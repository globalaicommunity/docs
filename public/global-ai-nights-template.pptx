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b903de42344209" /><Relationship Type="http://schemas.openxmlformats.org/officeDocument/2006/relationships/extended-properties" Target="/docProps/app.xml" Id="R9d778e2e9f264c03" /><Relationship Type="http://schemas.openxmlformats.org/officeDocument/2006/relationships/officeDocument" Target="/ppt/presentation.xml" Id="R89b5b3af06e34a3d" /></Relationships>
</file>

<file path=ppt/presentation.xml><?xml version="1.0" encoding="utf-8"?>
<p:presentation xmlns:p="http://schemas.openxmlformats.org/presentationml/2006/main">
  <p:sldMasterIdLst>
    <p:sldMasterId xmlns:r="http://schemas.openxmlformats.org/officeDocument/2006/relationships" id="2147483648" r:id="Rfd5d1292a1b14d97"/>
  </p:sldMasterIdLst>
  <p:notesMasterIdLst>
    <p:notesMasterId xmlns:r="http://schemas.openxmlformats.org/officeDocument/2006/relationships" r:id="Rba731832576e4fa3"/>
  </p:notesMasterIdLst>
  <p:sldIdLst>
    <p:sldId xmlns:r="http://schemas.openxmlformats.org/officeDocument/2006/relationships" id="256" r:id="R9c52a0d52a844f3d"/>
    <p:sldId xmlns:r="http://schemas.openxmlformats.org/officeDocument/2006/relationships" id="257" r:id="R87fc32343ce24125"/>
    <p:sldId xmlns:r="http://schemas.openxmlformats.org/officeDocument/2006/relationships" id="258" r:id="Re489809f90f94a65"/>
    <p:sldId xmlns:r="http://schemas.openxmlformats.org/officeDocument/2006/relationships" id="259" r:id="Ra1d64008ce6d41dc"/>
    <p:sldId xmlns:r="http://schemas.openxmlformats.org/officeDocument/2006/relationships" id="260" r:id="Rf75d0646c8a04175"/>
    <p:sldId xmlns:r="http://schemas.openxmlformats.org/officeDocument/2006/relationships" id="261" r:id="R7e330dcb2d8e4c70"/>
    <p:sldId xmlns:r="http://schemas.openxmlformats.org/officeDocument/2006/relationships" id="262" r:id="R7e883d6df8b5470f"/>
    <p:sldId xmlns:r="http://schemas.openxmlformats.org/officeDocument/2006/relationships" id="263" r:id="R7aec329cb1624289"/>
    <p:sldId xmlns:r="http://schemas.openxmlformats.org/officeDocument/2006/relationships" id="264" r:id="Rcbdcf1a13e464113"/>
    <p:sldId xmlns:r="http://schemas.openxmlformats.org/officeDocument/2006/relationships" id="265" r:id="R8736ca23340d46c9"/>
    <p:sldId xmlns:r="http://schemas.openxmlformats.org/officeDocument/2006/relationships" id="266" r:id="R375368f90b1e444c"/>
    <p:sldId xmlns:r="http://schemas.openxmlformats.org/officeDocument/2006/relationships" id="267" r:id="Rc51536bdaac24623"/>
    <p:sldId xmlns:r="http://schemas.openxmlformats.org/officeDocument/2006/relationships" id="268" r:id="Rd3353f7fc2c84b64"/>
    <p:sldId xmlns:r="http://schemas.openxmlformats.org/officeDocument/2006/relationships" id="269" r:id="Rc6e734a7d0cd4fd8"/>
    <p:sldId xmlns:r="http://schemas.openxmlformats.org/officeDocument/2006/relationships" id="270" r:id="R0aaaa01eadde4e95"/>
    <p:sldId xmlns:r="http://schemas.openxmlformats.org/officeDocument/2006/relationships" id="271" r:id="R1288480a88674d46"/>
    <p:sldId xmlns:r="http://schemas.openxmlformats.org/officeDocument/2006/relationships" id="272" r:id="R587324d915b145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46793ad2134096" /><Relationship Type="http://schemas.openxmlformats.org/officeDocument/2006/relationships/slideMaster" Target="/ppt/slideMasters/slideMaster1.xml" Id="Rfd5d1292a1b14d97" /><Relationship Type="http://schemas.openxmlformats.org/officeDocument/2006/relationships/notesMaster" Target="/ppt/notesMasters/notesMaster1.xml" Id="Rba731832576e4fa3" /><Relationship Type="http://schemas.openxmlformats.org/officeDocument/2006/relationships/presProps" Target="/ppt/presProps.xml" Id="R49eaae9f4f2e4ae0" /><Relationship Type="http://schemas.openxmlformats.org/officeDocument/2006/relationships/tableStyles" Target="/ppt/tableStyles.xml" Id="R7c873361b44d46d4" /><Relationship Type="http://schemas.openxmlformats.org/officeDocument/2006/relationships/slide" Target="/ppt/slides/slide1.xml" Id="R9c52a0d52a844f3d" /><Relationship Type="http://schemas.openxmlformats.org/officeDocument/2006/relationships/slide" Target="/ppt/slides/slide2.xml" Id="R87fc32343ce24125" /><Relationship Type="http://schemas.openxmlformats.org/officeDocument/2006/relationships/slide" Target="/ppt/slides/slide3.xml" Id="Re489809f90f94a65" /><Relationship Type="http://schemas.openxmlformats.org/officeDocument/2006/relationships/slide" Target="/ppt/slides/slide4.xml" Id="Ra1d64008ce6d41dc" /><Relationship Type="http://schemas.openxmlformats.org/officeDocument/2006/relationships/slide" Target="/ppt/slides/slide5.xml" Id="Rf75d0646c8a04175" /><Relationship Type="http://schemas.openxmlformats.org/officeDocument/2006/relationships/slide" Target="/ppt/slides/slide6.xml" Id="R7e330dcb2d8e4c70" /><Relationship Type="http://schemas.openxmlformats.org/officeDocument/2006/relationships/slide" Target="/ppt/slides/slide7.xml" Id="R7e883d6df8b5470f" /><Relationship Type="http://schemas.openxmlformats.org/officeDocument/2006/relationships/slide" Target="/ppt/slides/slide8.xml" Id="R7aec329cb1624289" /><Relationship Type="http://schemas.openxmlformats.org/officeDocument/2006/relationships/slide" Target="/ppt/slides/slide9.xml" Id="Rcbdcf1a13e464113" /><Relationship Type="http://schemas.openxmlformats.org/officeDocument/2006/relationships/slide" Target="/ppt/slides/slide10.xml" Id="R8736ca23340d46c9" /><Relationship Type="http://schemas.openxmlformats.org/officeDocument/2006/relationships/slide" Target="/ppt/slides/slide11.xml" Id="R375368f90b1e444c" /><Relationship Type="http://schemas.openxmlformats.org/officeDocument/2006/relationships/slide" Target="/ppt/slides/slide12.xml" Id="Rc51536bdaac24623" /><Relationship Type="http://schemas.openxmlformats.org/officeDocument/2006/relationships/slide" Target="/ppt/slides/slide13.xml" Id="Rd3353f7fc2c84b64" /><Relationship Type="http://schemas.openxmlformats.org/officeDocument/2006/relationships/slide" Target="/ppt/slides/slide14.xml" Id="Rc6e734a7d0cd4fd8" /><Relationship Type="http://schemas.openxmlformats.org/officeDocument/2006/relationships/slide" Target="/ppt/slides/slide15.xml" Id="R0aaaa01eadde4e95" /><Relationship Type="http://schemas.openxmlformats.org/officeDocument/2006/relationships/slide" Target="/ppt/slides/slide16.xml" Id="R1288480a88674d46" /><Relationship Type="http://schemas.openxmlformats.org/officeDocument/2006/relationships/slide" Target="/ppt/slides/slide17.xml" Id="R587324d915b145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73a8f6e2a54f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Global AI Nights">
      <a:dk1>
        <a:srgbClr val="242321"/>
      </a:dk1>
      <a:lt1>
        <a:srgbClr val="F5F4EC"/>
      </a:lt1>
      <a:dk2>
        <a:srgbClr val="35332F"/>
      </a:dk2>
      <a:lt2>
        <a:srgbClr val="FDF0E3"/>
      </a:lt2>
      <a:accent1>
        <a:srgbClr val="D5522B"/>
      </a:accent1>
      <a:accent2>
        <a:srgbClr val="8CADC6"/>
      </a:accent2>
      <a:accent3>
        <a:srgbClr val="FDF0E3"/>
      </a:accent3>
      <a:accent4>
        <a:srgbClr val="B8431F"/>
      </a:accent4>
      <a:accent5>
        <a:srgbClr val="6E6759"/>
      </a:accent5>
      <a:accent6>
        <a:srgbClr val="C9C2B6"/>
      </a:accent6>
      <a:hlink>
        <a:srgbClr val="EF8D65"/>
      </a:hlink>
      <a:folHlink>
        <a:srgbClr val="8CADC6"/>
      </a:folHlink>
    </a:clrScheme>
    <a:fontScheme name="">
      <a:majorFont>
        <a:latin typeface="Instrument Sans"/>
        <a:ea typeface=""/>
        <a:cs typeface=""/>
      </a:majorFont>
      <a:minorFont>
        <a:latin typeface="Instrument Sans"/>
        <a:ea typeface=""/>
        <a:cs typeface=""/>
      </a:minorFont>
    </a:fontScheme>
    <a:fmtScheme name="Global AI Nigh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ce91503c7e4c5e" /><Relationship Type="http://schemas.openxmlformats.org/officeDocument/2006/relationships/notesMaster" Target="/ppt/notesMasters/notesMaster1.xml" Id="R36ae0bd5364743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9ff111777647a3" /><Relationship Type="http://schemas.openxmlformats.org/officeDocument/2006/relationships/notesMaster" Target="/ppt/notesMasters/notesMaster1.xml" Id="R58e3d066f9b242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f240539db74caa" /><Relationship Type="http://schemas.openxmlformats.org/officeDocument/2006/relationships/notesMaster" Target="/ppt/notesMasters/notesMaster1.xml" Id="R79b62f89c24f42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a891eb08dd4a79" /><Relationship Type="http://schemas.openxmlformats.org/officeDocument/2006/relationships/notesMaster" Target="/ppt/notesMasters/notesMaster1.xml" Id="R4b332535ac1c45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f3a119cb464240" /><Relationship Type="http://schemas.openxmlformats.org/officeDocument/2006/relationships/notesMaster" Target="/ppt/notesMasters/notesMaster1.xml" Id="R85dfd5b784224d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64f63bf4664b8a" /><Relationship Type="http://schemas.openxmlformats.org/officeDocument/2006/relationships/notesMaster" Target="/ppt/notesMasters/notesMaster1.xml" Id="R7b294902846440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81f1c8c7bc46d7" /><Relationship Type="http://schemas.openxmlformats.org/officeDocument/2006/relationships/notesMaster" Target="/ppt/notesMasters/notesMaster1.xml" Id="R2d460a21090e44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dfb4bdcea643e7" /><Relationship Type="http://schemas.openxmlformats.org/officeDocument/2006/relationships/notesMaster" Target="/ppt/notesMasters/notesMaster1.xml" Id="Ra65ab8edccb849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4d39d4330043f9" /><Relationship Type="http://schemas.openxmlformats.org/officeDocument/2006/relationships/notesMaster" Target="/ppt/notesMasters/notesMaster1.xml" Id="R69ce2afa7d144a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dab162b3014b1f" /><Relationship Type="http://schemas.openxmlformats.org/officeDocument/2006/relationships/notesMaster" Target="/ppt/notesMasters/notesMaster1.xml" Id="R9b58f198ae5249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1b9ca4f07d482d" /><Relationship Type="http://schemas.openxmlformats.org/officeDocument/2006/relationships/notesMaster" Target="/ppt/notesMasters/notesMaster1.xml" Id="R4c00637b616343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4d70190dc424b7e" /><Relationship Type="http://schemas.openxmlformats.org/officeDocument/2006/relationships/notesMaster" Target="/ppt/notesMasters/notesMaster1.xml" Id="Rc1f8bfa7c93346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4b59ac21884da6" /><Relationship Type="http://schemas.openxmlformats.org/officeDocument/2006/relationships/notesMaster" Target="/ppt/notesMasters/notesMaster1.xml" Id="R34a4ac29dbea488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cd16d5eabce49e9" /><Relationship Type="http://schemas.openxmlformats.org/officeDocument/2006/relationships/notesMaster" Target="/ppt/notesMasters/notesMaster1.xml" Id="R2dfd63bd84ae4f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0d0228a1b34e1c" /><Relationship Type="http://schemas.openxmlformats.org/officeDocument/2006/relationships/notesMaster" Target="/ppt/notesMasters/notesMaster1.xml" Id="R05023f54106140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f463342e3e4f1e" /><Relationship Type="http://schemas.openxmlformats.org/officeDocument/2006/relationships/notesMaster" Target="/ppt/notesMasters/notesMaster1.xml" Id="Rb1a43e02b1644aa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6bcf45f30e9475a" /><Relationship Type="http://schemas.openxmlformats.org/officeDocument/2006/relationships/notesMaster" Target="/ppt/notesMasters/notesMaster1.xml" Id="R257414f5353c42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Organiser opening slide. Replace the date, venue and start time. The opening composition is intentionally different from the speaker and content slides. The Berlin emblem is the event artwork from this conversation. The text remains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announcement slide, designed to share as a screenshot. Replace the title, name, designation, event date and venue. Select the picture placeholder to insert your headshot, then crop to fill the portrait area. Keep the event emblem visible. Use a maximum of three title lines. Remove any unused optional details. All typography remains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agenda. Replace the topics with your session outline and adjust the time allocations. Use short topic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divider. Replace the section number, title and optional supporting sentence. Duplicate for each major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content slide. Replace the headline and the supporting points. Duplicate this slide for text-led explanations. Keep each point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slide. Replace the image area with a diagram, screenshot or photo. Build technical diagrams with editable PowerPoint objects where practical. Add a source if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slide. Replace the headings and descriptions with two approaches, before/after states or tradeoffs.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transition. Replace the goal and demo URL. Keep a recording or screenshot backup available. Return to the next slide after the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code block with your own code. Use a large monospace font and show only the lines needed to explain the concept. The code here is a placeholder, not an executable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these with the specific lessons from your session. A takeaway should tell attendees what they can apply after the talk.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slide. Replace the discussion prompt if helpful. Keep the slide on screen while taking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each URL before presenting. Replace the QR placeholder with a real QR image for your slides, repository or resource page. Test the QR code from the back of the 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closing slide. Replace name and contact details. Reuse this as the final slide for your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Organiser agenda. Replace the times, session titles and speaker names. These are placeholders, not an announced programme.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Organiser partner slide. Replace placeholders with approved logo files. Preserve each logo’s aspect ratio and required clear space. Remove any unused slots.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Organiser holding slide. Replace the return time and next session. Display during a break or while attendees network.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for speakers and organisers. Delete this slide from your final presentation. Brand sources: user supplied Typography.png and colors.png. Fonts: Space Grotesk and Instrument Sans, available from Google Fonts.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986f0d12bc46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7436982c48430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0c6a15ca76e4f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90314c32044a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a6d745903a4d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24d0ca005c489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e45b123204d4ac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ea4186b4d514b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8592A9-AAED-4C4A-AEDC-5B6C44C5653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635C18-9352-43B0-87E3-8AA9E9D389B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F816AD-50B2-4EC6-913C-F6EF5F6DEA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C8C524-AFAE-41B3-9C47-F581A8A885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5DC641-B1BB-41E0-A7F0-40B1B05BA0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4FDFF5-1189-4B91-8E2B-2516087A6A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7203DC-6D87-4117-AE52-632FF6970F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A20020B-3865-4C4C-9559-FEDEECF0862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551723-931A-49F9-B98D-7929505069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DBAAEA-7146-4AE4-96E9-F2DEA20C05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Global AI Nights · Content">
    <p:bg>
      <p:bgPr>
        <a:solidFill xmlns:a="http://schemas.openxmlformats.org/drawingml/2006/main">
          <a:srgbClr val="242321"/>
        </a:solidFill>
      </p:bgPr>
    </p:bg>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5BDE5B57-0C21-441E-93B1-6E370F2872AF}"/>
              </a:ext>
            </a:extLst>
          </p:cNvPr>
          <p:cNvSpPr>
            <a:spLocks xmlns:a="http://schemas.openxmlformats.org/drawingml/2006/main" noGrp="1"/>
          </p:cNvSpPr>
          <p:nvPr>
            <p:ph type="title" idx="0"/>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[Slide title]</a:t>
            </a:r>
          </a:p>
        </p:txBody>
      </p:sp>
      <p:sp>
        <p:nvSpPr>
          <p:cNvPr id="2" name="Slide content">
            <a:extLst xmlns:a="http://schemas.openxmlformats.org/drawingml/2006/main">
              <a:ext uri="{FF2B5EF4-FFF2-40B4-BE49-F238E27FC236}">
                <a16:creationId xmlns:a16="http://schemas.microsoft.com/office/drawing/2014/main" id="{5CC70189-0402-4D82-8E81-21CE38D2DEFA}"/>
              </a:ext>
            </a:extLst>
          </p:cNvPr>
          <p:cNvSpPr>
            <a:spLocks xmlns:a="http://schemas.openxmlformats.org/drawingml/2006/main" noGrp="1"/>
          </p:cNvSpPr>
          <p:nvPr>
            <p:ph type="body" idx="1"/>
          </p:nvPr>
        </p:nvSpPr>
        <p:spPr>
          <a:xfrm xmlns:a="http://schemas.openxmlformats.org/drawingml/2006/main">
            <a:off x="609600" y="1885950"/>
            <a:ext cx="10953750" cy="390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a:solidFill>
                  <a:srgbClr val="F5F4EC"/>
                </a:solidFill>
                <a:latin typeface="Instrument Sans"/>
                <a:ea typeface="Instrument Sans"/>
                <a:cs typeface="Instrument Sans"/>
              </a:defRPr>
            </a:defPPr>
            <a:lvl1pPr>
              <a:defRPr sz="2250">
                <a:solidFill>
                  <a:srgbClr val="F5F4EC"/>
                </a:solidFill>
                <a:latin typeface="Instrument Sans"/>
                <a:ea typeface="Instrument Sans"/>
                <a:cs typeface="Instrument Sans"/>
              </a:defRPr>
            </a:lvl1pPr>
            <a:lvl2pPr>
              <a:defRPr sz="2250">
                <a:solidFill>
                  <a:srgbClr val="F5F4EC"/>
                </a:solidFill>
                <a:latin typeface="Instrument Sans"/>
                <a:ea typeface="Instrument Sans"/>
                <a:cs typeface="Instrument Sans"/>
              </a:defRPr>
            </a:lvl2pPr>
            <a:lvl3pPr>
              <a:defRPr sz="2250">
                <a:solidFill>
                  <a:srgbClr val="F5F4EC"/>
                </a:solidFill>
                <a:latin typeface="Instrument Sans"/>
                <a:ea typeface="Instrument Sans"/>
                <a:cs typeface="Instrument Sans"/>
              </a:defRPr>
            </a:lvl3pPr>
            <a:lvl4pPr>
              <a:defRPr sz="2250">
                <a:solidFill>
                  <a:srgbClr val="F5F4EC"/>
                </a:solidFill>
                <a:latin typeface="Instrument Sans"/>
                <a:ea typeface="Instrument Sans"/>
                <a:cs typeface="Instrument Sans"/>
              </a:defRPr>
            </a:lvl4pPr>
            <a:lvl5pPr>
              <a:defRPr sz="2250">
                <a:solidFill>
                  <a:srgbClr val="F5F4EC"/>
                </a:solidFill>
                <a:latin typeface="Instrument Sans"/>
                <a:ea typeface="Instrument Sans"/>
                <a:cs typeface="Instrument Sans"/>
              </a:defRPr>
            </a:lvl5pPr>
            <a:lvl6pPr>
              <a:defRPr sz="2250">
                <a:solidFill>
                  <a:srgbClr val="F5F4EC"/>
                </a:solidFill>
                <a:latin typeface="Instrument Sans"/>
                <a:ea typeface="Instrument Sans"/>
                <a:cs typeface="Instrument Sans"/>
              </a:defRPr>
            </a:lvl6pPr>
            <a:lvl7pPr>
              <a:defRPr sz="2250">
                <a:solidFill>
                  <a:srgbClr val="F5F4EC"/>
                </a:solidFill>
                <a:latin typeface="Instrument Sans"/>
                <a:ea typeface="Instrument Sans"/>
                <a:cs typeface="Instrument Sans"/>
              </a:defRPr>
            </a:lvl7pPr>
            <a:lvl8pPr>
              <a:defRPr sz="2250">
                <a:solidFill>
                  <a:srgbClr val="F5F4EC"/>
                </a:solidFill>
                <a:latin typeface="Instrument Sans"/>
                <a:ea typeface="Instrument Sans"/>
                <a:cs typeface="Instrument Sans"/>
              </a:defRPr>
            </a:lvl8pPr>
            <a:lvl9pPr>
              <a:defRPr sz="2250">
                <a:solidFill>
                  <a:srgbClr val="F5F4EC"/>
                </a:solidFill>
                <a:latin typeface="Instrument Sans"/>
                <a:ea typeface="Instrument Sans"/>
                <a:cs typeface="Instrument Sans"/>
              </a:defRPr>
            </a:lvl9pPr>
          </a:lstStyle>
          <a:p xmlns:a="http://schemas.openxmlformats.org/drawingml/2006/main">
            <a:pPr>
              <a:defRPr sz="2250">
                <a:solidFill>
                  <a:srgbClr val="F5F4EC"/>
                </a:solidFill>
                <a:latin typeface="Instrument Sans"/>
                <a:ea typeface="Instrument Sans"/>
                <a:cs typeface="Instrument Sans"/>
              </a:defRPr>
            </a:pPr>
            <a:r>
              <a:rPr sz="2250">
                <a:solidFill>
                  <a:srgbClr val="F5F4EC"/>
                </a:solidFill>
                <a:latin typeface="Instrument Sans"/>
                <a:ea typeface="Instrument Sans"/>
                <a:cs typeface="Instrument Sans"/>
              </a:rPr>
              <a:t>[Your content]</a:t>
            </a:r>
          </a:p>
        </p:txBody>
      </p:sp>
    </p:spTree>
  </p:cSld>
</p:sldLayout>
</file>

<file path=ppt/slideLayouts/slideLayout8.xml><?xml version="1.0" encoding="utf-8"?>
<p:sldLayout xmlns:p="http://schemas.openxmlformats.org/presentationml/2006/main">
  <p:cSld name="Global AI Nights · Image">
    <p:bg>
      <p:bgPr>
        <a:solidFill xmlns:a="http://schemas.openxmlformats.org/drawingml/2006/main">
          <a:srgbClr val="242321"/>
        </a:solidFill>
      </p:bgPr>
    </p:bg>
    <p:spTree>
      <p:nvGrpSpPr>
        <p:cNvPr id="1" name=""/>
        <p:cNvGrpSpPr/>
        <p:nvPr/>
      </p:nvGrpSpPr>
      <p:grpSpPr>
        <a:xfrm xmlns:a="http://schemas.openxmlformats.org/drawingml/2006/main"/>
      </p:grpSpPr>
      <p:sp>
        <p:nvSpPr>
          <p:cNvPr id="3" name="Slide title">
            <a:extLst xmlns:a="http://schemas.openxmlformats.org/drawingml/2006/main">
              <a:ext uri="{FF2B5EF4-FFF2-40B4-BE49-F238E27FC236}">
                <a16:creationId xmlns:a16="http://schemas.microsoft.com/office/drawing/2014/main" id="{589B4E0A-E2D8-4DB5-B6FD-81EC5F97B59F}"/>
              </a:ext>
            </a:extLst>
          </p:cNvPr>
          <p:cNvSpPr>
            <a:spLocks xmlns:a="http://schemas.openxmlformats.org/drawingml/2006/main" noGrp="1"/>
          </p:cNvSpPr>
          <p:nvPr>
            <p:ph type="title" idx="0"/>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[Slide title]</a:t>
            </a:r>
          </a:p>
        </p:txBody>
      </p:sp>
      <p:sp>
        <p:nvSpPr>
          <p:cNvPr id="2" name="Slide content">
            <a:extLst xmlns:a="http://schemas.openxmlformats.org/drawingml/2006/main">
              <a:ext uri="{FF2B5EF4-FFF2-40B4-BE49-F238E27FC236}">
                <a16:creationId xmlns:a16="http://schemas.microsoft.com/office/drawing/2014/main" id="{19428A2D-98E9-4F63-85BA-8657FB924DF8}"/>
              </a:ext>
            </a:extLst>
          </p:cNvPr>
          <p:cNvSpPr>
            <a:spLocks xmlns:a="http://schemas.openxmlformats.org/drawingml/2006/main" noGrp="1"/>
          </p:cNvSpPr>
          <p:nvPr>
            <p:ph type="pic" idx="1"/>
          </p:nvPr>
        </p:nvSpPr>
        <p:spPr>
          <a:xfrm xmlns:a="http://schemas.openxmlformats.org/drawingml/2006/main">
            <a:off x="609600" y="1885950"/>
            <a:ext cx="10953750" cy="3905250"/>
          </a:xfrm>
          <a:prstGeom xmlns:a="http://schemas.openxmlformats.org/drawingml/2006/main" prst="rect">
            <a:avLst/>
          </a:prstGeom>
          <a:solidFill xmlns:a="http://schemas.openxmlformats.org/drawingml/2006/main">
            <a:srgbClr val="35332F"/>
          </a:solidFill>
          <a:ln xmlns:a="http://schemas.openxmlformats.org/drawingml/2006/main" w="0">
            <a:noFill/>
            <a:prstDash val="solid"/>
          </a:ln>
        </p:spPr>
        <p:txBody>
          <a:bodyPr xmlns:a="http://schemas.openxmlformats.org/drawingml/2006/main" lIns="0" tIns="0" rIns="0" bIns="0"/>
          <a:lstStyle xmlns:a="http://schemas.openxmlformats.org/drawingml/2006/main">
            <a:defPPr>
              <a:defRPr sz="2250">
                <a:solidFill>
                  <a:srgbClr val="F5F4EC"/>
                </a:solidFill>
                <a:latin typeface="Instrument Sans"/>
                <a:ea typeface="Instrument Sans"/>
                <a:cs typeface="Instrument Sans"/>
              </a:defRPr>
            </a:defPPr>
            <a:lvl1pPr>
              <a:defRPr sz="2250">
                <a:solidFill>
                  <a:srgbClr val="F5F4EC"/>
                </a:solidFill>
                <a:latin typeface="Instrument Sans"/>
                <a:ea typeface="Instrument Sans"/>
                <a:cs typeface="Instrument Sans"/>
              </a:defRPr>
            </a:lvl1pPr>
            <a:lvl2pPr>
              <a:defRPr sz="2250">
                <a:solidFill>
                  <a:srgbClr val="F5F4EC"/>
                </a:solidFill>
                <a:latin typeface="Instrument Sans"/>
                <a:ea typeface="Instrument Sans"/>
                <a:cs typeface="Instrument Sans"/>
              </a:defRPr>
            </a:lvl2pPr>
            <a:lvl3pPr>
              <a:defRPr sz="2250">
                <a:solidFill>
                  <a:srgbClr val="F5F4EC"/>
                </a:solidFill>
                <a:latin typeface="Instrument Sans"/>
                <a:ea typeface="Instrument Sans"/>
                <a:cs typeface="Instrument Sans"/>
              </a:defRPr>
            </a:lvl3pPr>
            <a:lvl4pPr>
              <a:defRPr sz="2250">
                <a:solidFill>
                  <a:srgbClr val="F5F4EC"/>
                </a:solidFill>
                <a:latin typeface="Instrument Sans"/>
                <a:ea typeface="Instrument Sans"/>
                <a:cs typeface="Instrument Sans"/>
              </a:defRPr>
            </a:lvl4pPr>
            <a:lvl5pPr>
              <a:defRPr sz="2250">
                <a:solidFill>
                  <a:srgbClr val="F5F4EC"/>
                </a:solidFill>
                <a:latin typeface="Instrument Sans"/>
                <a:ea typeface="Instrument Sans"/>
                <a:cs typeface="Instrument Sans"/>
              </a:defRPr>
            </a:lvl5pPr>
            <a:lvl6pPr>
              <a:defRPr sz="2250">
                <a:solidFill>
                  <a:srgbClr val="F5F4EC"/>
                </a:solidFill>
                <a:latin typeface="Instrument Sans"/>
                <a:ea typeface="Instrument Sans"/>
                <a:cs typeface="Instrument Sans"/>
              </a:defRPr>
            </a:lvl6pPr>
            <a:lvl7pPr>
              <a:defRPr sz="2250">
                <a:solidFill>
                  <a:srgbClr val="F5F4EC"/>
                </a:solidFill>
                <a:latin typeface="Instrument Sans"/>
                <a:ea typeface="Instrument Sans"/>
                <a:cs typeface="Instrument Sans"/>
              </a:defRPr>
            </a:lvl7pPr>
            <a:lvl8pPr>
              <a:defRPr sz="2250">
                <a:solidFill>
                  <a:srgbClr val="F5F4EC"/>
                </a:solidFill>
                <a:latin typeface="Instrument Sans"/>
                <a:ea typeface="Instrument Sans"/>
                <a:cs typeface="Instrument Sans"/>
              </a:defRPr>
            </a:lvl8pPr>
            <a:lvl9pPr>
              <a:defRPr sz="2250">
                <a:solidFill>
                  <a:srgbClr val="F5F4EC"/>
                </a:solidFill>
                <a:latin typeface="Instrument Sans"/>
                <a:ea typeface="Instrument Sans"/>
                <a:cs typeface="Instrument Sans"/>
              </a:defRPr>
            </a:lvl9pPr>
          </a:lstStyle>
          <a:p xmlns:a="http://schemas.openxmlformats.org/drawingml/2006/main">
            <a:r>
              <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243ba2fcdd4fd1" /><Relationship Type="http://schemas.openxmlformats.org/officeDocument/2006/relationships/slideLayout" Target="/ppt/slideLayouts/slideLayout1.xml" Id="R5ff6949f622d4520" /><Relationship Type="http://schemas.openxmlformats.org/officeDocument/2006/relationships/slideLayout" Target="/ppt/slideLayouts/slideLayout2.xml" Id="Rd354174e99584432" /><Relationship Type="http://schemas.openxmlformats.org/officeDocument/2006/relationships/slideLayout" Target="/ppt/slideLayouts/slideLayout3.xml" Id="Rc749d9a2d2644c0d" /><Relationship Type="http://schemas.openxmlformats.org/officeDocument/2006/relationships/slideLayout" Target="/ppt/slideLayouts/slideLayout4.xml" Id="R197ccf7f8c3b4762" /><Relationship Type="http://schemas.openxmlformats.org/officeDocument/2006/relationships/slideLayout" Target="/ppt/slideLayouts/slideLayout5.xml" Id="Rbbacfda93f604c92" /><Relationship Type="http://schemas.openxmlformats.org/officeDocument/2006/relationships/slideLayout" Target="/ppt/slideLayouts/slideLayout6.xml" Id="R71c4fb0bd5274611" /><Relationship Type="http://schemas.openxmlformats.org/officeDocument/2006/relationships/slideLayout" Target="/ppt/slideLayouts/slideLayout7.xml" Id="Rcf56d45bbb684a36" /><Relationship Type="http://schemas.openxmlformats.org/officeDocument/2006/relationships/slideLayout" Target="/ppt/slideLayouts/slideLayout8.xml" Id="R2207d29a6e6749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f6949f622d4520"/>
    <p:sldLayoutId xmlns:r="http://schemas.openxmlformats.org/officeDocument/2006/relationships" id="2147483650" r:id="Rd354174e99584432"/>
    <p:sldLayoutId xmlns:r="http://schemas.openxmlformats.org/officeDocument/2006/relationships" id="2147483651" r:id="Rc749d9a2d2644c0d"/>
    <p:sldLayoutId xmlns:r="http://schemas.openxmlformats.org/officeDocument/2006/relationships" id="2147483652" r:id="R197ccf7f8c3b4762"/>
    <p:sldLayoutId xmlns:r="http://schemas.openxmlformats.org/officeDocument/2006/relationships" id="2147483653" r:id="Rbbacfda93f604c92"/>
    <p:sldLayoutId xmlns:r="http://schemas.openxmlformats.org/officeDocument/2006/relationships" id="2147483654" r:id="R71c4fb0bd5274611"/>
    <p:sldLayoutId xmlns:r="http://schemas.openxmlformats.org/officeDocument/2006/relationships" id="2147483655" r:id="Rcf56d45bbb684a36"/>
    <p:sldLayoutId xmlns:r="http://schemas.openxmlformats.org/officeDocument/2006/relationships" id="2147483656" r:id="R2207d29a6e6749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Global AI Nights">
      <a:dk1>
        <a:srgbClr val="242321"/>
      </a:dk1>
      <a:lt1>
        <a:srgbClr val="F5F4EC"/>
      </a:lt1>
      <a:dk2>
        <a:srgbClr val="35332F"/>
      </a:dk2>
      <a:lt2>
        <a:srgbClr val="FDF0E3"/>
      </a:lt2>
      <a:accent1>
        <a:srgbClr val="D5522B"/>
      </a:accent1>
      <a:accent2>
        <a:srgbClr val="8CADC6"/>
      </a:accent2>
      <a:accent3>
        <a:srgbClr val="FDF0E3"/>
      </a:accent3>
      <a:accent4>
        <a:srgbClr val="B8431F"/>
      </a:accent4>
      <a:accent5>
        <a:srgbClr val="6E6759"/>
      </a:accent5>
      <a:accent6>
        <a:srgbClr val="C9C2B6"/>
      </a:accent6>
      <a:hlink>
        <a:srgbClr val="EF8D65"/>
      </a:hlink>
      <a:folHlink>
        <a:srgbClr val="8CADC6"/>
      </a:folHlink>
    </a:clrScheme>
    <a:fontScheme name="">
      <a:majorFont>
        <a:latin typeface="Instrument Sans"/>
        <a:ea typeface=""/>
        <a:cs typeface=""/>
      </a:majorFont>
      <a:minorFont>
        <a:latin typeface="Instrument Sans"/>
        <a:ea typeface=""/>
        <a:cs typeface=""/>
      </a:minorFont>
    </a:fontScheme>
    <a:fmtScheme name="Global AI Nigh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3d9f179e9049e6" /><Relationship Type="http://schemas.openxmlformats.org/officeDocument/2006/relationships/image" Target="/ppt/media/image.png" Id="R76b8a1ecf82846fc" /><Relationship Type="http://schemas.openxmlformats.org/officeDocument/2006/relationships/image" Target="/ppt/media/image2.png" Id="R5ac7b02659684ef9" /><Relationship Type="http://schemas.openxmlformats.org/officeDocument/2006/relationships/image" Target="/ppt/media/image3.png" Id="Rf7160db9983c43ae" /><Relationship Type="http://schemas.openxmlformats.org/officeDocument/2006/relationships/notesSlide" Target="/ppt/notesSlides/notesSlide1.xml" Id="R63259959431341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c5e492dc434795" /><Relationship Type="http://schemas.openxmlformats.org/officeDocument/2006/relationships/image" Target="/ppt/media/image4.png" Id="R187274bdec2d436c" /><Relationship Type="http://schemas.openxmlformats.org/officeDocument/2006/relationships/image" Target="/ppt/media/image5.png" Id="Re1a94f86ecd84800" /><Relationship Type="http://schemas.openxmlformats.org/officeDocument/2006/relationships/image" Target="/ppt/media/image6.png" Id="Rc069d25b4b5748c9" /><Relationship Type="http://schemas.openxmlformats.org/officeDocument/2006/relationships/notesSlide" Target="/ppt/notesSlides/notesSlide2.xml" Id="Rc0ac8451814040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d32ed2cdb248c6" /><Relationship Type="http://schemas.openxmlformats.org/officeDocument/2006/relationships/image" Target="/ppt/media/image7.png" Id="R030a012a91b248aa" /><Relationship Type="http://schemas.openxmlformats.org/officeDocument/2006/relationships/image" Target="/ppt/media/image8.png" Id="Ra1157dfd0daf41dc" /><Relationship Type="http://schemas.openxmlformats.org/officeDocument/2006/relationships/notesSlide" Target="/ppt/notesSlides/notesSlide3.xml" Id="R0bd620db86364c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223a1b4264e49c7" /><Relationship Type="http://schemas.openxmlformats.org/officeDocument/2006/relationships/image" Target="/ppt/media/image9.png" Id="R68e056c346fd4818" /><Relationship Type="http://schemas.openxmlformats.org/officeDocument/2006/relationships/image" Target="/ppt/media/image10.png" Id="R5aad5ef7886d40fc" /><Relationship Type="http://schemas.openxmlformats.org/officeDocument/2006/relationships/notesSlide" Target="/ppt/notesSlides/notesSlide4.xml" Id="Rfd83a41b787443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de5006a0484c32" /><Relationship Type="http://schemas.openxmlformats.org/officeDocument/2006/relationships/image" Target="/ppt/media/image11.png" Id="R23c8834a1138463a" /><Relationship Type="http://schemas.openxmlformats.org/officeDocument/2006/relationships/image" Target="/ppt/media/image12.png" Id="R48659b3d3a854cdb" /><Relationship Type="http://schemas.openxmlformats.org/officeDocument/2006/relationships/notesSlide" Target="/ppt/notesSlides/notesSlide5.xml" Id="R27ba593b9f464d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c82a676410b477a" /><Relationship Type="http://schemas.openxmlformats.org/officeDocument/2006/relationships/image" Target="/ppt/media/image13.png" Id="Re3b9d996d7dc4f24" /><Relationship Type="http://schemas.openxmlformats.org/officeDocument/2006/relationships/image" Target="/ppt/media/image14.png" Id="R69f3e68afdb14661" /><Relationship Type="http://schemas.openxmlformats.org/officeDocument/2006/relationships/notesSlide" Target="/ppt/notesSlides/notesSlide6.xml" Id="Re0a972aaf5764e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2ed6ced7e604ce5" /><Relationship Type="http://schemas.openxmlformats.org/officeDocument/2006/relationships/image" Target="/ppt/media/image15.png" Id="R608deec2bdd340b5" /><Relationship Type="http://schemas.openxmlformats.org/officeDocument/2006/relationships/image" Target="/ppt/media/image16.png" Id="R4184d8a48d7c4a0f" /><Relationship Type="http://schemas.openxmlformats.org/officeDocument/2006/relationships/notesSlide" Target="/ppt/notesSlides/notesSlide7.xml" Id="R0336540c333f4b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f733fc3462a40f4" /><Relationship Type="http://schemas.openxmlformats.org/officeDocument/2006/relationships/image" Target="/ppt/media/image17.png" Id="Rdf740c8936084359" /><Relationship Type="http://schemas.openxmlformats.org/officeDocument/2006/relationships/image" Target="/ppt/media/image18.png" Id="R5453e6d583ba43de" /><Relationship Type="http://schemas.openxmlformats.org/officeDocument/2006/relationships/notesSlide" Target="/ppt/notesSlides/notesSlide8.xml" Id="Rfcaf705b635d44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ee9c4b15f64be3" /><Relationship Type="http://schemas.openxmlformats.org/officeDocument/2006/relationships/image" Target="/ppt/media/image19.png" Id="Re3ab61c1fd4641c2" /><Relationship Type="http://schemas.openxmlformats.org/officeDocument/2006/relationships/image" Target="/ppt/media/image20.png" Id="R06505967e7c54eac" /><Relationship Type="http://schemas.openxmlformats.org/officeDocument/2006/relationships/notesSlide" Target="/ppt/notesSlides/notesSlide9.xml" Id="Rce600bb2a4604f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f1f0be86504675" /><Relationship Type="http://schemas.openxmlformats.org/officeDocument/2006/relationships/image" Target="/ppt/media/image21.png" Id="R5f5d11d4a8b64a20" /><Relationship Type="http://schemas.openxmlformats.org/officeDocument/2006/relationships/image" Target="/ppt/media/image22.png" Id="R799dcd95bf5b463f" /><Relationship Type="http://schemas.openxmlformats.org/officeDocument/2006/relationships/notesSlide" Target="/ppt/notesSlides/notesSlide10.xml" Id="R6a1301edad614f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ea5bf2da36d41e5" /><Relationship Type="http://schemas.openxmlformats.org/officeDocument/2006/relationships/image" Target="/ppt/media/image23.png" Id="Ra34ff1f9b2c742c8" /><Relationship Type="http://schemas.openxmlformats.org/officeDocument/2006/relationships/image" Target="/ppt/media/image24.png" Id="R85e9b16ca26e4b31" /><Relationship Type="http://schemas.openxmlformats.org/officeDocument/2006/relationships/notesSlide" Target="/ppt/notesSlides/notesSlide11.xml" Id="R6efff99eb92a48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c4d2060c964649" /><Relationship Type="http://schemas.openxmlformats.org/officeDocument/2006/relationships/image" Target="/ppt/media/image25.png" Id="R99ee78dcceaf4308" /><Relationship Type="http://schemas.openxmlformats.org/officeDocument/2006/relationships/image" Target="/ppt/media/image26.png" Id="R0787b666ba8644b3" /><Relationship Type="http://schemas.openxmlformats.org/officeDocument/2006/relationships/notesSlide" Target="/ppt/notesSlides/notesSlide12.xml" Id="Rde5513ddfd9541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9d59101121949aa" /><Relationship Type="http://schemas.openxmlformats.org/officeDocument/2006/relationships/image" Target="/ppt/media/image27.png" Id="R9875febc02d84f14" /><Relationship Type="http://schemas.openxmlformats.org/officeDocument/2006/relationships/image" Target="/ppt/media/image28.png" Id="R11dd3ef46f7849c5" /><Relationship Type="http://schemas.openxmlformats.org/officeDocument/2006/relationships/notesSlide" Target="/ppt/notesSlides/notesSlide13.xml" Id="R7af220202b9e44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19d622c6c824535" /><Relationship Type="http://schemas.openxmlformats.org/officeDocument/2006/relationships/image" Target="/ppt/media/image29.png" Id="R64fb6e9d22f344de" /><Relationship Type="http://schemas.openxmlformats.org/officeDocument/2006/relationships/image" Target="/ppt/media/image30.png" Id="R7b25c1c205114883" /><Relationship Type="http://schemas.openxmlformats.org/officeDocument/2006/relationships/notesSlide" Target="/ppt/notesSlides/notesSlide14.xml" Id="R51efe6d36b3a4c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9ec5e166a62460d" /><Relationship Type="http://schemas.openxmlformats.org/officeDocument/2006/relationships/image" Target="/ppt/media/image31.png" Id="Rb4c3be3c78544b97" /><Relationship Type="http://schemas.openxmlformats.org/officeDocument/2006/relationships/image" Target="/ppt/media/image32.png" Id="R5b83a2c21b584396" /><Relationship Type="http://schemas.openxmlformats.org/officeDocument/2006/relationships/notesSlide" Target="/ppt/notesSlides/notesSlide15.xml" Id="Red6f46a419a742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0333f6c34d64770" /><Relationship Type="http://schemas.openxmlformats.org/officeDocument/2006/relationships/image" Target="/ppt/media/image33.png" Id="R2152b642ec4f4469" /><Relationship Type="http://schemas.openxmlformats.org/officeDocument/2006/relationships/notesSlide" Target="/ppt/notesSlides/notesSlide16.xml" Id="Rae482206480544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6dfb990569d4dc1" /><Relationship Type="http://schemas.openxmlformats.org/officeDocument/2006/relationships/image" Target="/ppt/media/image34.png" Id="R0cac6dc55ffd44d2" /><Relationship Type="http://schemas.openxmlformats.org/officeDocument/2006/relationships/image" Target="/ppt/media/image35.png" Id="R9881ee3fcb314bdb" /><Relationship Type="http://schemas.openxmlformats.org/officeDocument/2006/relationships/notesSlide" Target="/ppt/notesSlides/notesSlide17.xml" Id="Rd4627cc65ec54464" /></Relationships>
</file>

<file path=ppt/slides/slide1.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51C06AF-3CFE-4326-80A8-F64A91DD2329}"/>
              </a:ext>
            </a:extLst>
          </p:cNvPr>
          <p:cNvPicPr>
            <a:picLocks xmlns:a="http://schemas.openxmlformats.org/drawingml/2006/main" noChangeAspect="1"/>
          </p:cNvPicPr>
          <p:nvPr/>
        </p:nvPicPr>
        <p:blipFill>
          <a:blip xmlns:r="http://schemas.openxmlformats.org/officeDocument/2006/relationships" xmlns:a="http://schemas.openxmlformats.org/drawingml/2006/main" r:embed="R76b8a1ecf82846f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624755DA-C441-42F0-A797-DE646EA5166C}"/>
              </a:ext>
            </a:extLst>
          </p:cNvPr>
          <p:cNvPicPr>
            <a:picLocks xmlns:a="http://schemas.openxmlformats.org/drawingml/2006/main" noChangeAspect="1"/>
          </p:cNvPicPr>
          <p:nvPr/>
        </p:nvPicPr>
        <p:blipFill>
          <a:blip xmlns:r="http://schemas.openxmlformats.org/officeDocument/2006/relationships" xmlns:a="http://schemas.openxmlformats.org/drawingml/2006/main" r:embed="R5ac7b02659684ef9"/>
          <a:stretch xmlns:a="http://schemas.openxmlformats.org/drawingml/2006/main"/>
        </p:blipFill>
        <p:spPr>
          <a:xfrm xmlns:a="http://schemas.openxmlformats.org/drawingml/2006/main">
            <a:off x="609600" y="388144"/>
            <a:ext cx="2381250" cy="690563"/>
          </a:xfrm>
          <a:prstGeom xmlns:a="http://schemas.openxmlformats.org/drawingml/2006/main" prst="rect">
            <a:avLst/>
          </a:prstGeom>
        </p:spPr>
      </p:pic>
      <p:sp>
        <p:nvSpPr>
          <p:cNvPr id="3" name="BERLIN">
            <a:extLst xmlns:a="http://schemas.openxmlformats.org/drawingml/2006/main">
              <a:ext uri="{FF2B5EF4-FFF2-40B4-BE49-F238E27FC236}">
                <a16:creationId xmlns:a16="http://schemas.microsoft.com/office/drawing/2014/main" id="{86E99658-E0EE-4976-883B-4634376DE671}"/>
              </a:ext>
            </a:extLst>
          </p:cNvPr>
          <p:cNvSpPr>
            <a:spLocks xmlns:a="http://schemas.openxmlformats.org/drawingml/2006/main" noGrp="1"/>
          </p:cNvSpPr>
          <p:nvPr/>
        </p:nvSpPr>
        <p:spPr>
          <a:xfrm xmlns:a="http://schemas.openxmlformats.org/drawingml/2006/main">
            <a:off x="609600" y="169545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1">
                <a:solidFill>
                  <a:srgbClr val="EF8D65"/>
                </a:solidFill>
                <a:latin typeface="Space Grotesk"/>
                <a:ea typeface="Space Grotesk"/>
                <a:cs typeface="Space Grotesk"/>
              </a:defRPr>
            </a:defPPr>
            <a:lvl1pPr>
              <a:defRPr sz="1275" b="1">
                <a:solidFill>
                  <a:srgbClr val="EF8D65"/>
                </a:solidFill>
                <a:latin typeface="Space Grotesk"/>
                <a:ea typeface="Space Grotesk"/>
                <a:cs typeface="Space Grotesk"/>
              </a:defRPr>
            </a:lvl1pPr>
            <a:lvl2pPr>
              <a:defRPr sz="1275" b="1">
                <a:solidFill>
                  <a:srgbClr val="EF8D65"/>
                </a:solidFill>
                <a:latin typeface="Space Grotesk"/>
                <a:ea typeface="Space Grotesk"/>
                <a:cs typeface="Space Grotesk"/>
              </a:defRPr>
            </a:lvl2pPr>
            <a:lvl3pPr>
              <a:defRPr sz="1275" b="1">
                <a:solidFill>
                  <a:srgbClr val="EF8D65"/>
                </a:solidFill>
                <a:latin typeface="Space Grotesk"/>
                <a:ea typeface="Space Grotesk"/>
                <a:cs typeface="Space Grotesk"/>
              </a:defRPr>
            </a:lvl3pPr>
            <a:lvl4pPr>
              <a:defRPr sz="1275" b="1">
                <a:solidFill>
                  <a:srgbClr val="EF8D65"/>
                </a:solidFill>
                <a:latin typeface="Space Grotesk"/>
                <a:ea typeface="Space Grotesk"/>
                <a:cs typeface="Space Grotesk"/>
              </a:defRPr>
            </a:lvl4pPr>
            <a:lvl5pPr>
              <a:defRPr sz="1275" b="1">
                <a:solidFill>
                  <a:srgbClr val="EF8D65"/>
                </a:solidFill>
                <a:latin typeface="Space Grotesk"/>
                <a:ea typeface="Space Grotesk"/>
                <a:cs typeface="Space Grotesk"/>
              </a:defRPr>
            </a:lvl5pPr>
            <a:lvl6pPr>
              <a:defRPr sz="1275" b="1">
                <a:solidFill>
                  <a:srgbClr val="EF8D65"/>
                </a:solidFill>
                <a:latin typeface="Space Grotesk"/>
                <a:ea typeface="Space Grotesk"/>
                <a:cs typeface="Space Grotesk"/>
              </a:defRPr>
            </a:lvl6pPr>
            <a:lvl7pPr>
              <a:defRPr sz="1275" b="1">
                <a:solidFill>
                  <a:srgbClr val="EF8D65"/>
                </a:solidFill>
                <a:latin typeface="Space Grotesk"/>
                <a:ea typeface="Space Grotesk"/>
                <a:cs typeface="Space Grotesk"/>
              </a:defRPr>
            </a:lvl7pPr>
            <a:lvl8pPr>
              <a:defRPr sz="1275" b="1">
                <a:solidFill>
                  <a:srgbClr val="EF8D65"/>
                </a:solidFill>
                <a:latin typeface="Space Grotesk"/>
                <a:ea typeface="Space Grotesk"/>
                <a:cs typeface="Space Grotesk"/>
              </a:defRPr>
            </a:lvl8pPr>
            <a:lvl9pPr>
              <a:defRPr sz="1275" b="1">
                <a:solidFill>
                  <a:srgbClr val="EF8D65"/>
                </a:solidFill>
                <a:latin typeface="Space Grotesk"/>
                <a:ea typeface="Space Grotesk"/>
                <a:cs typeface="Space Grotesk"/>
              </a:defRPr>
            </a:lvl9pPr>
          </a:lstStyle>
          <a:p xmlns:a="http://schemas.openxmlformats.org/drawingml/2006/main">
            <a:pPr>
              <a:defRPr sz="1275" b="1">
                <a:solidFill>
                  <a:srgbClr val="EF8D65"/>
                </a:solidFill>
                <a:latin typeface="Space Grotesk"/>
                <a:ea typeface="Space Grotesk"/>
                <a:cs typeface="Space Grotesk"/>
              </a:defRPr>
            </a:pPr>
            <a:r>
              <a:rPr sz="1275" b="1">
                <a:solidFill>
                  <a:srgbClr val="EF8D65"/>
                </a:solidFill>
                <a:latin typeface="Space Grotesk"/>
                <a:ea typeface="Space Grotesk"/>
                <a:cs typeface="Space Grotesk"/>
              </a:rPr>
              <a:t>BERLIN</a:t>
            </a:r>
          </a:p>
        </p:txBody>
      </p:sp>
      <p:sp>
        <p:nvSpPr>
          <p:cNvPr id="4" name="Global AI">
            <a:extLst xmlns:a="http://schemas.openxmlformats.org/drawingml/2006/main">
              <a:ext uri="{FF2B5EF4-FFF2-40B4-BE49-F238E27FC236}">
                <a16:creationId xmlns:a16="http://schemas.microsoft.com/office/drawing/2014/main" id="{4ADED5B9-00A4-4214-8588-C564A310E746}"/>
              </a:ext>
            </a:extLst>
          </p:cNvPr>
          <p:cNvSpPr>
            <a:spLocks xmlns:a="http://schemas.openxmlformats.org/drawingml/2006/main" noGrp="1"/>
          </p:cNvSpPr>
          <p:nvPr/>
        </p:nvSpPr>
        <p:spPr>
          <a:xfrm xmlns:a="http://schemas.openxmlformats.org/drawingml/2006/main">
            <a:off x="552450" y="2219325"/>
            <a:ext cx="6858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500" b="1">
                <a:solidFill>
                  <a:srgbClr val="F5F4EC"/>
                </a:solidFill>
                <a:latin typeface="Space Grotesk"/>
                <a:ea typeface="Space Grotesk"/>
                <a:cs typeface="Space Grotesk"/>
              </a:defRPr>
            </a:defPPr>
            <a:lvl1pPr>
              <a:defRPr sz="7500" b="1">
                <a:solidFill>
                  <a:srgbClr val="F5F4EC"/>
                </a:solidFill>
                <a:latin typeface="Space Grotesk"/>
                <a:ea typeface="Space Grotesk"/>
                <a:cs typeface="Space Grotesk"/>
              </a:defRPr>
            </a:lvl1pPr>
            <a:lvl2pPr>
              <a:defRPr sz="7500" b="1">
                <a:solidFill>
                  <a:srgbClr val="F5F4EC"/>
                </a:solidFill>
                <a:latin typeface="Space Grotesk"/>
                <a:ea typeface="Space Grotesk"/>
                <a:cs typeface="Space Grotesk"/>
              </a:defRPr>
            </a:lvl2pPr>
            <a:lvl3pPr>
              <a:defRPr sz="7500" b="1">
                <a:solidFill>
                  <a:srgbClr val="F5F4EC"/>
                </a:solidFill>
                <a:latin typeface="Space Grotesk"/>
                <a:ea typeface="Space Grotesk"/>
                <a:cs typeface="Space Grotesk"/>
              </a:defRPr>
            </a:lvl3pPr>
            <a:lvl4pPr>
              <a:defRPr sz="7500" b="1">
                <a:solidFill>
                  <a:srgbClr val="F5F4EC"/>
                </a:solidFill>
                <a:latin typeface="Space Grotesk"/>
                <a:ea typeface="Space Grotesk"/>
                <a:cs typeface="Space Grotesk"/>
              </a:defRPr>
            </a:lvl4pPr>
            <a:lvl5pPr>
              <a:defRPr sz="7500" b="1">
                <a:solidFill>
                  <a:srgbClr val="F5F4EC"/>
                </a:solidFill>
                <a:latin typeface="Space Grotesk"/>
                <a:ea typeface="Space Grotesk"/>
                <a:cs typeface="Space Grotesk"/>
              </a:defRPr>
            </a:lvl5pPr>
            <a:lvl6pPr>
              <a:defRPr sz="7500" b="1">
                <a:solidFill>
                  <a:srgbClr val="F5F4EC"/>
                </a:solidFill>
                <a:latin typeface="Space Grotesk"/>
                <a:ea typeface="Space Grotesk"/>
                <a:cs typeface="Space Grotesk"/>
              </a:defRPr>
            </a:lvl6pPr>
            <a:lvl7pPr>
              <a:defRPr sz="7500" b="1">
                <a:solidFill>
                  <a:srgbClr val="F5F4EC"/>
                </a:solidFill>
                <a:latin typeface="Space Grotesk"/>
                <a:ea typeface="Space Grotesk"/>
                <a:cs typeface="Space Grotesk"/>
              </a:defRPr>
            </a:lvl7pPr>
            <a:lvl8pPr>
              <a:defRPr sz="7500" b="1">
                <a:solidFill>
                  <a:srgbClr val="F5F4EC"/>
                </a:solidFill>
                <a:latin typeface="Space Grotesk"/>
                <a:ea typeface="Space Grotesk"/>
                <a:cs typeface="Space Grotesk"/>
              </a:defRPr>
            </a:lvl8pPr>
            <a:lvl9pPr>
              <a:defRPr sz="7500" b="1">
                <a:solidFill>
                  <a:srgbClr val="F5F4EC"/>
                </a:solidFill>
                <a:latin typeface="Space Grotesk"/>
                <a:ea typeface="Space Grotesk"/>
                <a:cs typeface="Space Grotesk"/>
              </a:defRPr>
            </a:lvl9pPr>
          </a:lstStyle>
          <a:p xmlns:a="http://schemas.openxmlformats.org/drawingml/2006/main">
            <a:pPr>
              <a:defRPr sz="7500" b="1">
                <a:solidFill>
                  <a:srgbClr val="F5F4EC"/>
                </a:solidFill>
                <a:latin typeface="Space Grotesk"/>
                <a:ea typeface="Space Grotesk"/>
                <a:cs typeface="Space Grotesk"/>
              </a:defRPr>
            </a:pPr>
            <a:r>
              <a:rPr sz="7500" b="1">
                <a:solidFill>
                  <a:srgbClr val="F5F4EC"/>
                </a:solidFill>
                <a:latin typeface="Space Grotesk"/>
                <a:ea typeface="Space Grotesk"/>
                <a:cs typeface="Space Grotesk"/>
              </a:rPr>
              <a:t>Global AI</a:t>
            </a:r>
          </a:p>
        </p:txBody>
      </p:sp>
      <p:sp>
        <p:nvSpPr>
          <p:cNvPr id="5" name="Nights">
            <a:extLst xmlns:a="http://schemas.openxmlformats.org/drawingml/2006/main">
              <a:ext uri="{FF2B5EF4-FFF2-40B4-BE49-F238E27FC236}">
                <a16:creationId xmlns:a16="http://schemas.microsoft.com/office/drawing/2014/main" id="{7CF2F5F2-5FE0-4B27-9B2D-67022B9C241A}"/>
              </a:ext>
            </a:extLst>
          </p:cNvPr>
          <p:cNvSpPr>
            <a:spLocks xmlns:a="http://schemas.openxmlformats.org/drawingml/2006/main" noGrp="1"/>
          </p:cNvSpPr>
          <p:nvPr/>
        </p:nvSpPr>
        <p:spPr>
          <a:xfrm xmlns:a="http://schemas.openxmlformats.org/drawingml/2006/main">
            <a:off x="552450" y="3305175"/>
            <a:ext cx="666750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400" b="1">
                <a:solidFill>
                  <a:srgbClr val="EF8D65"/>
                </a:solidFill>
                <a:latin typeface="Space Grotesk"/>
                <a:ea typeface="Space Grotesk"/>
                <a:cs typeface="Space Grotesk"/>
              </a:defRPr>
            </a:defPPr>
            <a:lvl1pPr>
              <a:defRPr sz="8400" b="1">
                <a:solidFill>
                  <a:srgbClr val="EF8D65"/>
                </a:solidFill>
                <a:latin typeface="Space Grotesk"/>
                <a:ea typeface="Space Grotesk"/>
                <a:cs typeface="Space Grotesk"/>
              </a:defRPr>
            </a:lvl1pPr>
            <a:lvl2pPr>
              <a:defRPr sz="8400" b="1">
                <a:solidFill>
                  <a:srgbClr val="EF8D65"/>
                </a:solidFill>
                <a:latin typeface="Space Grotesk"/>
                <a:ea typeface="Space Grotesk"/>
                <a:cs typeface="Space Grotesk"/>
              </a:defRPr>
            </a:lvl2pPr>
            <a:lvl3pPr>
              <a:defRPr sz="8400" b="1">
                <a:solidFill>
                  <a:srgbClr val="EF8D65"/>
                </a:solidFill>
                <a:latin typeface="Space Grotesk"/>
                <a:ea typeface="Space Grotesk"/>
                <a:cs typeface="Space Grotesk"/>
              </a:defRPr>
            </a:lvl3pPr>
            <a:lvl4pPr>
              <a:defRPr sz="8400" b="1">
                <a:solidFill>
                  <a:srgbClr val="EF8D65"/>
                </a:solidFill>
                <a:latin typeface="Space Grotesk"/>
                <a:ea typeface="Space Grotesk"/>
                <a:cs typeface="Space Grotesk"/>
              </a:defRPr>
            </a:lvl4pPr>
            <a:lvl5pPr>
              <a:defRPr sz="8400" b="1">
                <a:solidFill>
                  <a:srgbClr val="EF8D65"/>
                </a:solidFill>
                <a:latin typeface="Space Grotesk"/>
                <a:ea typeface="Space Grotesk"/>
                <a:cs typeface="Space Grotesk"/>
              </a:defRPr>
            </a:lvl5pPr>
            <a:lvl6pPr>
              <a:defRPr sz="8400" b="1">
                <a:solidFill>
                  <a:srgbClr val="EF8D65"/>
                </a:solidFill>
                <a:latin typeface="Space Grotesk"/>
                <a:ea typeface="Space Grotesk"/>
                <a:cs typeface="Space Grotesk"/>
              </a:defRPr>
            </a:lvl6pPr>
            <a:lvl7pPr>
              <a:defRPr sz="8400" b="1">
                <a:solidFill>
                  <a:srgbClr val="EF8D65"/>
                </a:solidFill>
                <a:latin typeface="Space Grotesk"/>
                <a:ea typeface="Space Grotesk"/>
                <a:cs typeface="Space Grotesk"/>
              </a:defRPr>
            </a:lvl7pPr>
            <a:lvl8pPr>
              <a:defRPr sz="8400" b="1">
                <a:solidFill>
                  <a:srgbClr val="EF8D65"/>
                </a:solidFill>
                <a:latin typeface="Space Grotesk"/>
                <a:ea typeface="Space Grotesk"/>
                <a:cs typeface="Space Grotesk"/>
              </a:defRPr>
            </a:lvl8pPr>
            <a:lvl9pPr>
              <a:defRPr sz="8400" b="1">
                <a:solidFill>
                  <a:srgbClr val="EF8D65"/>
                </a:solidFill>
                <a:latin typeface="Space Grotesk"/>
                <a:ea typeface="Space Grotesk"/>
                <a:cs typeface="Space Grotesk"/>
              </a:defRPr>
            </a:lvl9pPr>
          </a:lstStyle>
          <a:p xmlns:a="http://schemas.openxmlformats.org/drawingml/2006/main">
            <a:pPr>
              <a:defRPr sz="8400" b="1">
                <a:solidFill>
                  <a:srgbClr val="EF8D65"/>
                </a:solidFill>
                <a:latin typeface="Space Grotesk"/>
                <a:ea typeface="Space Grotesk"/>
                <a:cs typeface="Space Grotesk"/>
              </a:defRPr>
            </a:pPr>
            <a:r>
              <a:rPr sz="8400" b="1">
                <a:solidFill>
                  <a:srgbClr val="EF8D65"/>
                </a:solidFill>
                <a:latin typeface="Space Grotesk"/>
                <a:ea typeface="Space Grotesk"/>
                <a:cs typeface="Space Grotesk"/>
              </a:rPr>
              <a:t>Nights</a:t>
            </a:r>
          </a:p>
        </p:txBody>
      </p:sp>
      <p:sp>
        <p:nvSpPr>
          <p:cNvPr id="6" name="[Date]">
            <a:extLst xmlns:a="http://schemas.openxmlformats.org/drawingml/2006/main">
              <a:ext uri="{FF2B5EF4-FFF2-40B4-BE49-F238E27FC236}">
                <a16:creationId xmlns:a16="http://schemas.microsoft.com/office/drawing/2014/main" id="{C258E7BD-3919-4E12-BA6C-464B57971992}"/>
              </a:ext>
            </a:extLst>
          </p:cNvPr>
          <p:cNvSpPr>
            <a:spLocks xmlns:a="http://schemas.openxmlformats.org/drawingml/2006/main" noGrp="1"/>
          </p:cNvSpPr>
          <p:nvPr/>
        </p:nvSpPr>
        <p:spPr>
          <a:xfrm xmlns:a="http://schemas.openxmlformats.org/drawingml/2006/main">
            <a:off x="609600" y="5200650"/>
            <a:ext cx="285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F5F4EC"/>
                </a:solidFill>
                <a:latin typeface="Space Grotesk"/>
                <a:ea typeface="Space Grotesk"/>
                <a:cs typeface="Space Grotesk"/>
              </a:defRPr>
            </a:defPPr>
            <a:lvl1pPr>
              <a:defRPr sz="2250" b="1">
                <a:solidFill>
                  <a:srgbClr val="F5F4EC"/>
                </a:solidFill>
                <a:latin typeface="Space Grotesk"/>
                <a:ea typeface="Space Grotesk"/>
                <a:cs typeface="Space Grotesk"/>
              </a:defRPr>
            </a:lvl1pPr>
            <a:lvl2pPr>
              <a:defRPr sz="2250" b="1">
                <a:solidFill>
                  <a:srgbClr val="F5F4EC"/>
                </a:solidFill>
                <a:latin typeface="Space Grotesk"/>
                <a:ea typeface="Space Grotesk"/>
                <a:cs typeface="Space Grotesk"/>
              </a:defRPr>
            </a:lvl2pPr>
            <a:lvl3pPr>
              <a:defRPr sz="2250" b="1">
                <a:solidFill>
                  <a:srgbClr val="F5F4EC"/>
                </a:solidFill>
                <a:latin typeface="Space Grotesk"/>
                <a:ea typeface="Space Grotesk"/>
                <a:cs typeface="Space Grotesk"/>
              </a:defRPr>
            </a:lvl3pPr>
            <a:lvl4pPr>
              <a:defRPr sz="2250" b="1">
                <a:solidFill>
                  <a:srgbClr val="F5F4EC"/>
                </a:solidFill>
                <a:latin typeface="Space Grotesk"/>
                <a:ea typeface="Space Grotesk"/>
                <a:cs typeface="Space Grotesk"/>
              </a:defRPr>
            </a:lvl4pPr>
            <a:lvl5pPr>
              <a:defRPr sz="2250" b="1">
                <a:solidFill>
                  <a:srgbClr val="F5F4EC"/>
                </a:solidFill>
                <a:latin typeface="Space Grotesk"/>
                <a:ea typeface="Space Grotesk"/>
                <a:cs typeface="Space Grotesk"/>
              </a:defRPr>
            </a:lvl5pPr>
            <a:lvl6pPr>
              <a:defRPr sz="2250" b="1">
                <a:solidFill>
                  <a:srgbClr val="F5F4EC"/>
                </a:solidFill>
                <a:latin typeface="Space Grotesk"/>
                <a:ea typeface="Space Grotesk"/>
                <a:cs typeface="Space Grotesk"/>
              </a:defRPr>
            </a:lvl6pPr>
            <a:lvl7pPr>
              <a:defRPr sz="2250" b="1">
                <a:solidFill>
                  <a:srgbClr val="F5F4EC"/>
                </a:solidFill>
                <a:latin typeface="Space Grotesk"/>
                <a:ea typeface="Space Grotesk"/>
                <a:cs typeface="Space Grotesk"/>
              </a:defRPr>
            </a:lvl7pPr>
            <a:lvl8pPr>
              <a:defRPr sz="2250" b="1">
                <a:solidFill>
                  <a:srgbClr val="F5F4EC"/>
                </a:solidFill>
                <a:latin typeface="Space Grotesk"/>
                <a:ea typeface="Space Grotesk"/>
                <a:cs typeface="Space Grotesk"/>
              </a:defRPr>
            </a:lvl8pPr>
            <a:lvl9pPr>
              <a:defRPr sz="2250" b="1">
                <a:solidFill>
                  <a:srgbClr val="F5F4EC"/>
                </a:solidFill>
                <a:latin typeface="Space Grotesk"/>
                <a:ea typeface="Space Grotesk"/>
                <a:cs typeface="Space Grotesk"/>
              </a:defRPr>
            </a:lvl9pPr>
          </a:lstStyle>
          <a:p xmlns:a="http://schemas.openxmlformats.org/drawingml/2006/main">
            <a:pPr>
              <a:defRPr sz="2250" b="1">
                <a:solidFill>
                  <a:srgbClr val="F5F4EC"/>
                </a:solidFill>
                <a:latin typeface="Space Grotesk"/>
                <a:ea typeface="Space Grotesk"/>
                <a:cs typeface="Space Grotesk"/>
              </a:defRPr>
            </a:pPr>
            <a:r>
              <a:rPr sz="2250" b="1">
                <a:solidFill>
                  <a:srgbClr val="F5F4EC"/>
                </a:solidFill>
                <a:latin typeface="Space Grotesk"/>
                <a:ea typeface="Space Grotesk"/>
                <a:cs typeface="Space Grotesk"/>
              </a:rPr>
              <a:t>[Date]</a:t>
            </a:r>
          </a:p>
        </p:txBody>
      </p:sp>
      <p:sp>
        <p:nvSpPr>
          <p:cNvPr id="7" name="[Venue]">
            <a:extLst xmlns:a="http://schemas.openxmlformats.org/drawingml/2006/main">
              <a:ext uri="{FF2B5EF4-FFF2-40B4-BE49-F238E27FC236}">
                <a16:creationId xmlns:a16="http://schemas.microsoft.com/office/drawing/2014/main" id="{EF0A9030-8295-470C-8940-42833CF6B382}"/>
              </a:ext>
            </a:extLst>
          </p:cNvPr>
          <p:cNvSpPr>
            <a:spLocks xmlns:a="http://schemas.openxmlformats.org/drawingml/2006/main" noGrp="1"/>
          </p:cNvSpPr>
          <p:nvPr/>
        </p:nvSpPr>
        <p:spPr>
          <a:xfrm xmlns:a="http://schemas.openxmlformats.org/drawingml/2006/main">
            <a:off x="609600" y="5695950"/>
            <a:ext cx="6096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C9C2B6"/>
                </a:solidFill>
                <a:latin typeface="Instrument Sans"/>
                <a:ea typeface="Instrument Sans"/>
                <a:cs typeface="Instrument Sans"/>
              </a:defRPr>
            </a:defPPr>
            <a:lvl1pPr>
              <a:defRPr sz="1875" b="0">
                <a:solidFill>
                  <a:srgbClr val="C9C2B6"/>
                </a:solidFill>
                <a:latin typeface="Instrument Sans"/>
                <a:ea typeface="Instrument Sans"/>
                <a:cs typeface="Instrument Sans"/>
              </a:defRPr>
            </a:lvl1pPr>
            <a:lvl2pPr>
              <a:defRPr sz="1875" b="0">
                <a:solidFill>
                  <a:srgbClr val="C9C2B6"/>
                </a:solidFill>
                <a:latin typeface="Instrument Sans"/>
                <a:ea typeface="Instrument Sans"/>
                <a:cs typeface="Instrument Sans"/>
              </a:defRPr>
            </a:lvl2pPr>
            <a:lvl3pPr>
              <a:defRPr sz="1875" b="0">
                <a:solidFill>
                  <a:srgbClr val="C9C2B6"/>
                </a:solidFill>
                <a:latin typeface="Instrument Sans"/>
                <a:ea typeface="Instrument Sans"/>
                <a:cs typeface="Instrument Sans"/>
              </a:defRPr>
            </a:lvl3pPr>
            <a:lvl4pPr>
              <a:defRPr sz="1875" b="0">
                <a:solidFill>
                  <a:srgbClr val="C9C2B6"/>
                </a:solidFill>
                <a:latin typeface="Instrument Sans"/>
                <a:ea typeface="Instrument Sans"/>
                <a:cs typeface="Instrument Sans"/>
              </a:defRPr>
            </a:lvl4pPr>
            <a:lvl5pPr>
              <a:defRPr sz="1875" b="0">
                <a:solidFill>
                  <a:srgbClr val="C9C2B6"/>
                </a:solidFill>
                <a:latin typeface="Instrument Sans"/>
                <a:ea typeface="Instrument Sans"/>
                <a:cs typeface="Instrument Sans"/>
              </a:defRPr>
            </a:lvl5pPr>
            <a:lvl6pPr>
              <a:defRPr sz="1875" b="0">
                <a:solidFill>
                  <a:srgbClr val="C9C2B6"/>
                </a:solidFill>
                <a:latin typeface="Instrument Sans"/>
                <a:ea typeface="Instrument Sans"/>
                <a:cs typeface="Instrument Sans"/>
              </a:defRPr>
            </a:lvl6pPr>
            <a:lvl7pPr>
              <a:defRPr sz="1875" b="0">
                <a:solidFill>
                  <a:srgbClr val="C9C2B6"/>
                </a:solidFill>
                <a:latin typeface="Instrument Sans"/>
                <a:ea typeface="Instrument Sans"/>
                <a:cs typeface="Instrument Sans"/>
              </a:defRPr>
            </a:lvl7pPr>
            <a:lvl8pPr>
              <a:defRPr sz="1875" b="0">
                <a:solidFill>
                  <a:srgbClr val="C9C2B6"/>
                </a:solidFill>
                <a:latin typeface="Instrument Sans"/>
                <a:ea typeface="Instrument Sans"/>
                <a:cs typeface="Instrument Sans"/>
              </a:defRPr>
            </a:lvl8pPr>
            <a:lvl9pPr>
              <a:defRPr sz="1875" b="0">
                <a:solidFill>
                  <a:srgbClr val="C9C2B6"/>
                </a:solidFill>
                <a:latin typeface="Instrument Sans"/>
                <a:ea typeface="Instrument Sans"/>
                <a:cs typeface="Instrument Sans"/>
              </a:defRPr>
            </a:lvl9pPr>
          </a:lstStyle>
          <a:p xmlns:a="http://schemas.openxmlformats.org/drawingml/2006/main">
            <a:pPr>
              <a:defRPr sz="1875" b="0">
                <a:solidFill>
                  <a:srgbClr val="C9C2B6"/>
                </a:solidFill>
                <a:latin typeface="Instrument Sans"/>
                <a:ea typeface="Instrument Sans"/>
                <a:cs typeface="Instrument Sans"/>
              </a:defRPr>
            </a:pPr>
            <a:r>
              <a:rPr sz="1875" b="0">
                <a:solidFill>
                  <a:srgbClr val="C9C2B6"/>
                </a:solidFill>
                <a:latin typeface="Instrument Sans"/>
                <a:ea typeface="Instrument Sans"/>
                <a:cs typeface="Instrument Sans"/>
              </a:rPr>
              <a:t>[Venue]</a:t>
            </a:r>
          </a:p>
        </p:txBody>
      </p:sp>
      <p:sp>
        <p:nvSpPr>
          <p:cNvPr id="8" name="Doors open at [time]">
            <a:extLst xmlns:a="http://schemas.openxmlformats.org/drawingml/2006/main">
              <a:ext uri="{FF2B5EF4-FFF2-40B4-BE49-F238E27FC236}">
                <a16:creationId xmlns:a16="http://schemas.microsoft.com/office/drawing/2014/main" id="{6FB0EAA6-8F1F-4655-A7FA-8F0B6887DA98}"/>
              </a:ext>
            </a:extLst>
          </p:cNvPr>
          <p:cNvSpPr>
            <a:spLocks xmlns:a="http://schemas.openxmlformats.org/drawingml/2006/main" noGrp="1"/>
          </p:cNvSpPr>
          <p:nvPr/>
        </p:nvSpPr>
        <p:spPr>
          <a:xfrm xmlns:a="http://schemas.openxmlformats.org/drawingml/2006/main">
            <a:off x="609600" y="6276975"/>
            <a:ext cx="571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C9C2B6"/>
                </a:solidFill>
                <a:latin typeface="Instrument Sans"/>
                <a:ea typeface="Instrument Sans"/>
                <a:cs typeface="Instrument Sans"/>
              </a:defRPr>
            </a:defPPr>
            <a:lvl1pPr>
              <a:defRPr sz="1350" b="0">
                <a:solidFill>
                  <a:srgbClr val="C9C2B6"/>
                </a:solidFill>
                <a:latin typeface="Instrument Sans"/>
                <a:ea typeface="Instrument Sans"/>
                <a:cs typeface="Instrument Sans"/>
              </a:defRPr>
            </a:lvl1pPr>
            <a:lvl2pPr>
              <a:defRPr sz="1350" b="0">
                <a:solidFill>
                  <a:srgbClr val="C9C2B6"/>
                </a:solidFill>
                <a:latin typeface="Instrument Sans"/>
                <a:ea typeface="Instrument Sans"/>
                <a:cs typeface="Instrument Sans"/>
              </a:defRPr>
            </a:lvl2pPr>
            <a:lvl3pPr>
              <a:defRPr sz="1350" b="0">
                <a:solidFill>
                  <a:srgbClr val="C9C2B6"/>
                </a:solidFill>
                <a:latin typeface="Instrument Sans"/>
                <a:ea typeface="Instrument Sans"/>
                <a:cs typeface="Instrument Sans"/>
              </a:defRPr>
            </a:lvl3pPr>
            <a:lvl4pPr>
              <a:defRPr sz="1350" b="0">
                <a:solidFill>
                  <a:srgbClr val="C9C2B6"/>
                </a:solidFill>
                <a:latin typeface="Instrument Sans"/>
                <a:ea typeface="Instrument Sans"/>
                <a:cs typeface="Instrument Sans"/>
              </a:defRPr>
            </a:lvl4pPr>
            <a:lvl5pPr>
              <a:defRPr sz="1350" b="0">
                <a:solidFill>
                  <a:srgbClr val="C9C2B6"/>
                </a:solidFill>
                <a:latin typeface="Instrument Sans"/>
                <a:ea typeface="Instrument Sans"/>
                <a:cs typeface="Instrument Sans"/>
              </a:defRPr>
            </a:lvl5pPr>
            <a:lvl6pPr>
              <a:defRPr sz="1350" b="0">
                <a:solidFill>
                  <a:srgbClr val="C9C2B6"/>
                </a:solidFill>
                <a:latin typeface="Instrument Sans"/>
                <a:ea typeface="Instrument Sans"/>
                <a:cs typeface="Instrument Sans"/>
              </a:defRPr>
            </a:lvl6pPr>
            <a:lvl7pPr>
              <a:defRPr sz="1350" b="0">
                <a:solidFill>
                  <a:srgbClr val="C9C2B6"/>
                </a:solidFill>
                <a:latin typeface="Instrument Sans"/>
                <a:ea typeface="Instrument Sans"/>
                <a:cs typeface="Instrument Sans"/>
              </a:defRPr>
            </a:lvl7pPr>
            <a:lvl8pPr>
              <a:defRPr sz="1350" b="0">
                <a:solidFill>
                  <a:srgbClr val="C9C2B6"/>
                </a:solidFill>
                <a:latin typeface="Instrument Sans"/>
                <a:ea typeface="Instrument Sans"/>
                <a:cs typeface="Instrument Sans"/>
              </a:defRPr>
            </a:lvl8pPr>
            <a:lvl9pPr>
              <a:defRPr sz="1350" b="0">
                <a:solidFill>
                  <a:srgbClr val="C9C2B6"/>
                </a:solidFill>
                <a:latin typeface="Instrument Sans"/>
                <a:ea typeface="Instrument Sans"/>
                <a:cs typeface="Instrument Sans"/>
              </a:defRPr>
            </a:lvl9pPr>
          </a:lstStyle>
          <a:p xmlns:a="http://schemas.openxmlformats.org/drawingml/2006/main">
            <a:pPr>
              <a:defRPr sz="1350" b="0">
                <a:solidFill>
                  <a:srgbClr val="C9C2B6"/>
                </a:solidFill>
                <a:latin typeface="Instrument Sans"/>
                <a:ea typeface="Instrument Sans"/>
                <a:cs typeface="Instrument Sans"/>
              </a:defRPr>
            </a:pPr>
            <a:r>
              <a:rPr sz="1350" b="0">
                <a:solidFill>
                  <a:srgbClr val="C9C2B6"/>
                </a:solidFill>
                <a:latin typeface="Instrument Sans"/>
                <a:ea typeface="Instrument Sans"/>
                <a:cs typeface="Instrument Sans"/>
              </a:rPr>
              <a:t>Doors open at [time]</a:t>
            </a:r>
          </a:p>
        </p:txBody>
      </p:sp>
      <p:pic>
        <p:nvPicPr>
          <p:cNvPr id="9" name="">
            <a:extLst xmlns:a="http://schemas.openxmlformats.org/drawingml/2006/main">
              <a:ext uri="{FF2B5EF4-FFF2-40B4-BE49-F238E27FC236}">
                <a16:creationId xmlns:a16="http://schemas.microsoft.com/office/drawing/2014/main" id="{BC65799C-B2F8-47B8-A542-F3E00B1EB983}"/>
              </a:ext>
            </a:extLst>
          </p:cNvPr>
          <p:cNvPicPr>
            <a:picLocks xmlns:a="http://schemas.openxmlformats.org/drawingml/2006/main" noChangeAspect="1"/>
          </p:cNvPicPr>
          <p:nvPr/>
        </p:nvPicPr>
        <p:blipFill>
          <a:blip xmlns:r="http://schemas.openxmlformats.org/officeDocument/2006/relationships" xmlns:a="http://schemas.openxmlformats.org/drawingml/2006/main" r:embed="Rf7160db9983c43ae"/>
          <a:stretch xmlns:a="http://schemas.openxmlformats.org/drawingml/2006/main"/>
        </p:blipFill>
        <p:spPr>
          <a:xfrm xmlns:a="http://schemas.openxmlformats.org/drawingml/2006/main">
            <a:off x="7124700" y="1238250"/>
            <a:ext cx="4667250" cy="4667250"/>
          </a:xfrm>
          <a:prstGeom xmlns:a="http://schemas.openxmlformats.org/drawingml/2006/main" prst="rect">
            <a:avLst/>
          </a:prstGeom>
        </p:spPr>
      </p:pic>
    </p:spTree>
    <p:extLst>
      <p:ext uri="{BB962C8B-B14F-4D97-AF65-F5344CB8AC3E}">
        <p14:creationId xmlns:p14="http://schemas.microsoft.com/office/powerpoint/2010/main" val="2128507039"/>
      </p:ext>
    </p:extLst>
  </p:cSld>
</p:sld>
</file>

<file path=ppt/slides/slide2.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7B64D4C-AD2A-4334-A67E-A126D741C111}"/>
              </a:ext>
            </a:extLst>
          </p:cNvPr>
          <p:cNvPicPr>
            <a:picLocks xmlns:a="http://schemas.openxmlformats.org/drawingml/2006/main" noChangeAspect="1"/>
          </p:cNvPicPr>
          <p:nvPr/>
        </p:nvPicPr>
        <p:blipFill>
          <a:blip xmlns:r="http://schemas.openxmlformats.org/officeDocument/2006/relationships" xmlns:a="http://schemas.openxmlformats.org/drawingml/2006/main" r:embed="R187274bdec2d436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A3E9F682-480D-4DB7-9097-1703F60B3516}"/>
              </a:ext>
            </a:extLst>
          </p:cNvPr>
          <p:cNvPicPr>
            <a:picLocks xmlns:a="http://schemas.openxmlformats.org/drawingml/2006/main" noChangeAspect="1"/>
          </p:cNvPicPr>
          <p:nvPr/>
        </p:nvPicPr>
        <p:blipFill>
          <a:blip xmlns:r="http://schemas.openxmlformats.org/officeDocument/2006/relationships" xmlns:a="http://schemas.openxmlformats.org/drawingml/2006/main" r:embed="Re1a94f86ecd84800"/>
          <a:stretch xmlns:a="http://schemas.openxmlformats.org/drawingml/2006/main"/>
        </p:blipFill>
        <p:spPr>
          <a:xfrm xmlns:a="http://schemas.openxmlformats.org/drawingml/2006/main">
            <a:off x="609600" y="457200"/>
            <a:ext cx="381000" cy="381000"/>
          </a:xfrm>
          <a:prstGeom xmlns:a="http://schemas.openxmlformats.org/drawingml/2006/main" prst="rect">
            <a:avLst/>
          </a:prstGeom>
        </p:spPr>
      </p:pic>
      <p:sp>
        <p:nvSpPr>
          <p:cNvPr id="3" name="Global AI Nights">
            <a:extLst xmlns:a="http://schemas.openxmlformats.org/drawingml/2006/main">
              <a:ext uri="{FF2B5EF4-FFF2-40B4-BE49-F238E27FC236}">
                <a16:creationId xmlns:a16="http://schemas.microsoft.com/office/drawing/2014/main" id="{15F7AE96-1A29-435D-BCDB-BA1CC1627DF2}"/>
              </a:ext>
            </a:extLst>
          </p:cNvPr>
          <p:cNvSpPr>
            <a:spLocks xmlns:a="http://schemas.openxmlformats.org/drawingml/2006/main" noGrp="1"/>
          </p:cNvSpPr>
          <p:nvPr/>
        </p:nvSpPr>
        <p:spPr>
          <a:xfrm xmlns:a="http://schemas.openxmlformats.org/drawingml/2006/main">
            <a:off x="1171575" y="409575"/>
            <a:ext cx="619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F5F4EC"/>
                </a:solidFill>
                <a:latin typeface="Space Grotesk"/>
                <a:ea typeface="Space Grotesk"/>
                <a:cs typeface="Space Grotesk"/>
              </a:defRPr>
            </a:defPPr>
            <a:lvl1pPr>
              <a:defRPr sz="2325" b="1">
                <a:solidFill>
                  <a:srgbClr val="F5F4EC"/>
                </a:solidFill>
                <a:latin typeface="Space Grotesk"/>
                <a:ea typeface="Space Grotesk"/>
                <a:cs typeface="Space Grotesk"/>
              </a:defRPr>
            </a:lvl1pPr>
            <a:lvl2pPr>
              <a:defRPr sz="2325" b="1">
                <a:solidFill>
                  <a:srgbClr val="F5F4EC"/>
                </a:solidFill>
                <a:latin typeface="Space Grotesk"/>
                <a:ea typeface="Space Grotesk"/>
                <a:cs typeface="Space Grotesk"/>
              </a:defRPr>
            </a:lvl2pPr>
            <a:lvl3pPr>
              <a:defRPr sz="2325" b="1">
                <a:solidFill>
                  <a:srgbClr val="F5F4EC"/>
                </a:solidFill>
                <a:latin typeface="Space Grotesk"/>
                <a:ea typeface="Space Grotesk"/>
                <a:cs typeface="Space Grotesk"/>
              </a:defRPr>
            </a:lvl3pPr>
            <a:lvl4pPr>
              <a:defRPr sz="2325" b="1">
                <a:solidFill>
                  <a:srgbClr val="F5F4EC"/>
                </a:solidFill>
                <a:latin typeface="Space Grotesk"/>
                <a:ea typeface="Space Grotesk"/>
                <a:cs typeface="Space Grotesk"/>
              </a:defRPr>
            </a:lvl4pPr>
            <a:lvl5pPr>
              <a:defRPr sz="2325" b="1">
                <a:solidFill>
                  <a:srgbClr val="F5F4EC"/>
                </a:solidFill>
                <a:latin typeface="Space Grotesk"/>
                <a:ea typeface="Space Grotesk"/>
                <a:cs typeface="Space Grotesk"/>
              </a:defRPr>
            </a:lvl5pPr>
            <a:lvl6pPr>
              <a:defRPr sz="2325" b="1">
                <a:solidFill>
                  <a:srgbClr val="F5F4EC"/>
                </a:solidFill>
                <a:latin typeface="Space Grotesk"/>
                <a:ea typeface="Space Grotesk"/>
                <a:cs typeface="Space Grotesk"/>
              </a:defRPr>
            </a:lvl6pPr>
            <a:lvl7pPr>
              <a:defRPr sz="2325" b="1">
                <a:solidFill>
                  <a:srgbClr val="F5F4EC"/>
                </a:solidFill>
                <a:latin typeface="Space Grotesk"/>
                <a:ea typeface="Space Grotesk"/>
                <a:cs typeface="Space Grotesk"/>
              </a:defRPr>
            </a:lvl7pPr>
            <a:lvl8pPr>
              <a:defRPr sz="2325" b="1">
                <a:solidFill>
                  <a:srgbClr val="F5F4EC"/>
                </a:solidFill>
                <a:latin typeface="Space Grotesk"/>
                <a:ea typeface="Space Grotesk"/>
                <a:cs typeface="Space Grotesk"/>
              </a:defRPr>
            </a:lvl8pPr>
            <a:lvl9pPr>
              <a:defRPr sz="2325" b="1">
                <a:solidFill>
                  <a:srgbClr val="F5F4EC"/>
                </a:solidFill>
                <a:latin typeface="Space Grotesk"/>
                <a:ea typeface="Space Grotesk"/>
                <a:cs typeface="Space Grotesk"/>
              </a:defRPr>
            </a:lvl9pPr>
          </a:lstStyle>
          <a:p xmlns:a="http://schemas.openxmlformats.org/drawingml/2006/main">
            <a:pPr>
              <a:defRPr sz="2325" b="1">
                <a:solidFill>
                  <a:srgbClr val="F5F4EC"/>
                </a:solidFill>
                <a:latin typeface="Space Grotesk"/>
                <a:ea typeface="Space Grotesk"/>
                <a:cs typeface="Space Grotesk"/>
              </a:defRPr>
            </a:pPr>
            <a:r>
              <a:rPr sz="2325" b="1">
                <a:solidFill>
                  <a:srgbClr val="F5F4EC"/>
                </a:solidFill>
                <a:latin typeface="Space Grotesk"/>
                <a:ea typeface="Space Grotesk"/>
                <a:cs typeface="Space Grotesk"/>
              </a:rPr>
              <a:t>Global AI Nights</a:t>
            </a:r>
          </a:p>
        </p:txBody>
      </p:sp>
      <p:sp>
        <p:nvSpPr>
          <p:cNvPr id="4" name="BERLIN">
            <a:extLst xmlns:a="http://schemas.openxmlformats.org/drawingml/2006/main">
              <a:ext uri="{FF2B5EF4-FFF2-40B4-BE49-F238E27FC236}">
                <a16:creationId xmlns:a16="http://schemas.microsoft.com/office/drawing/2014/main" id="{1F6C9D58-21A2-4219-B78E-EE2619BB263B}"/>
              </a:ext>
            </a:extLst>
          </p:cNvPr>
          <p:cNvSpPr>
            <a:spLocks xmlns:a="http://schemas.openxmlformats.org/drawingml/2006/main" noGrp="1"/>
          </p:cNvSpPr>
          <p:nvPr/>
        </p:nvSpPr>
        <p:spPr>
          <a:xfrm xmlns:a="http://schemas.openxmlformats.org/drawingml/2006/main">
            <a:off x="1190625" y="8382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1">
                <a:solidFill>
                  <a:srgbClr val="EF8D65"/>
                </a:solidFill>
                <a:latin typeface="Space Grotesk"/>
                <a:ea typeface="Space Grotesk"/>
                <a:cs typeface="Space Grotesk"/>
              </a:defRPr>
            </a:defPPr>
            <a:lvl1pPr>
              <a:defRPr sz="1275" b="1">
                <a:solidFill>
                  <a:srgbClr val="EF8D65"/>
                </a:solidFill>
                <a:latin typeface="Space Grotesk"/>
                <a:ea typeface="Space Grotesk"/>
                <a:cs typeface="Space Grotesk"/>
              </a:defRPr>
            </a:lvl1pPr>
            <a:lvl2pPr>
              <a:defRPr sz="1275" b="1">
                <a:solidFill>
                  <a:srgbClr val="EF8D65"/>
                </a:solidFill>
                <a:latin typeface="Space Grotesk"/>
                <a:ea typeface="Space Grotesk"/>
                <a:cs typeface="Space Grotesk"/>
              </a:defRPr>
            </a:lvl2pPr>
            <a:lvl3pPr>
              <a:defRPr sz="1275" b="1">
                <a:solidFill>
                  <a:srgbClr val="EF8D65"/>
                </a:solidFill>
                <a:latin typeface="Space Grotesk"/>
                <a:ea typeface="Space Grotesk"/>
                <a:cs typeface="Space Grotesk"/>
              </a:defRPr>
            </a:lvl3pPr>
            <a:lvl4pPr>
              <a:defRPr sz="1275" b="1">
                <a:solidFill>
                  <a:srgbClr val="EF8D65"/>
                </a:solidFill>
                <a:latin typeface="Space Grotesk"/>
                <a:ea typeface="Space Grotesk"/>
                <a:cs typeface="Space Grotesk"/>
              </a:defRPr>
            </a:lvl4pPr>
            <a:lvl5pPr>
              <a:defRPr sz="1275" b="1">
                <a:solidFill>
                  <a:srgbClr val="EF8D65"/>
                </a:solidFill>
                <a:latin typeface="Space Grotesk"/>
                <a:ea typeface="Space Grotesk"/>
                <a:cs typeface="Space Grotesk"/>
              </a:defRPr>
            </a:lvl5pPr>
            <a:lvl6pPr>
              <a:defRPr sz="1275" b="1">
                <a:solidFill>
                  <a:srgbClr val="EF8D65"/>
                </a:solidFill>
                <a:latin typeface="Space Grotesk"/>
                <a:ea typeface="Space Grotesk"/>
                <a:cs typeface="Space Grotesk"/>
              </a:defRPr>
            </a:lvl6pPr>
            <a:lvl7pPr>
              <a:defRPr sz="1275" b="1">
                <a:solidFill>
                  <a:srgbClr val="EF8D65"/>
                </a:solidFill>
                <a:latin typeface="Space Grotesk"/>
                <a:ea typeface="Space Grotesk"/>
                <a:cs typeface="Space Grotesk"/>
              </a:defRPr>
            </a:lvl7pPr>
            <a:lvl8pPr>
              <a:defRPr sz="1275" b="1">
                <a:solidFill>
                  <a:srgbClr val="EF8D65"/>
                </a:solidFill>
                <a:latin typeface="Space Grotesk"/>
                <a:ea typeface="Space Grotesk"/>
                <a:cs typeface="Space Grotesk"/>
              </a:defRPr>
            </a:lvl8pPr>
            <a:lvl9pPr>
              <a:defRPr sz="1275" b="1">
                <a:solidFill>
                  <a:srgbClr val="EF8D65"/>
                </a:solidFill>
                <a:latin typeface="Space Grotesk"/>
                <a:ea typeface="Space Grotesk"/>
                <a:cs typeface="Space Grotesk"/>
              </a:defRPr>
            </a:lvl9pPr>
          </a:lstStyle>
          <a:p xmlns:a="http://schemas.openxmlformats.org/drawingml/2006/main">
            <a:pPr>
              <a:defRPr sz="1275" b="1">
                <a:solidFill>
                  <a:srgbClr val="EF8D65"/>
                </a:solidFill>
                <a:latin typeface="Space Grotesk"/>
                <a:ea typeface="Space Grotesk"/>
                <a:cs typeface="Space Grotesk"/>
              </a:defRPr>
            </a:pPr>
            <a:r>
              <a:rPr sz="1275" b="1">
                <a:solidFill>
                  <a:srgbClr val="EF8D65"/>
                </a:solidFill>
                <a:latin typeface="Space Grotesk"/>
                <a:ea typeface="Space Grotesk"/>
                <a:cs typeface="Space Grotesk"/>
              </a:rPr>
              <a:t>BERLIN</a:t>
            </a:r>
          </a:p>
        </p:txBody>
      </p:sp>
      <p:pic>
        <p:nvPicPr>
          <p:cNvPr id="5" name="">
            <a:extLst xmlns:a="http://schemas.openxmlformats.org/drawingml/2006/main">
              <a:ext uri="{FF2B5EF4-FFF2-40B4-BE49-F238E27FC236}">
                <a16:creationId xmlns:a16="http://schemas.microsoft.com/office/drawing/2014/main" id="{C86C0617-2B2B-4599-B496-3161BA9BA2D2}"/>
              </a:ext>
            </a:extLst>
          </p:cNvPr>
          <p:cNvPicPr>
            <a:picLocks xmlns:a="http://schemas.openxmlformats.org/drawingml/2006/main" noChangeAspect="1"/>
          </p:cNvPicPr>
          <p:nvPr/>
        </p:nvPicPr>
        <p:blipFill>
          <a:blip xmlns:r="http://schemas.openxmlformats.org/officeDocument/2006/relationships" xmlns:a="http://schemas.openxmlformats.org/drawingml/2006/main" r:embed="Rc069d25b4b5748c9"/>
          <a:stretch xmlns:a="http://schemas.openxmlformats.org/drawingml/2006/main"/>
        </p:blipFill>
        <p:spPr>
          <a:xfrm xmlns:a="http://schemas.openxmlformats.org/drawingml/2006/main">
            <a:off x="10096500" y="285750"/>
            <a:ext cx="1333500" cy="1333500"/>
          </a:xfrm>
          <a:prstGeom xmlns:a="http://schemas.openxmlformats.org/drawingml/2006/main" prst="rect">
            <a:avLst/>
          </a:prstGeom>
        </p:spPr>
      </p:pic>
      <p:sp>
        <p:nvSpPr>
          <p:cNvPr id="6" name="SESSION">
            <a:extLst xmlns:a="http://schemas.openxmlformats.org/drawingml/2006/main">
              <a:ext uri="{FF2B5EF4-FFF2-40B4-BE49-F238E27FC236}">
                <a16:creationId xmlns:a16="http://schemas.microsoft.com/office/drawing/2014/main" id="{015F2441-D5B7-4BD6-9651-07E890D1C8C6}"/>
              </a:ext>
            </a:extLst>
          </p:cNvPr>
          <p:cNvSpPr>
            <a:spLocks xmlns:a="http://schemas.openxmlformats.org/drawingml/2006/main" noGrp="1"/>
          </p:cNvSpPr>
          <p:nvPr/>
        </p:nvSpPr>
        <p:spPr>
          <a:xfrm xmlns:a="http://schemas.openxmlformats.org/drawingml/2006/main">
            <a:off x="609600" y="1685925"/>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1">
                <a:solidFill>
                  <a:srgbClr val="EF8D65"/>
                </a:solidFill>
                <a:latin typeface="Space Grotesk"/>
                <a:ea typeface="Space Grotesk"/>
                <a:cs typeface="Space Grotesk"/>
              </a:defRPr>
            </a:defPPr>
            <a:lvl1pPr>
              <a:defRPr sz="1275" b="1">
                <a:solidFill>
                  <a:srgbClr val="EF8D65"/>
                </a:solidFill>
                <a:latin typeface="Space Grotesk"/>
                <a:ea typeface="Space Grotesk"/>
                <a:cs typeface="Space Grotesk"/>
              </a:defRPr>
            </a:lvl1pPr>
            <a:lvl2pPr>
              <a:defRPr sz="1275" b="1">
                <a:solidFill>
                  <a:srgbClr val="EF8D65"/>
                </a:solidFill>
                <a:latin typeface="Space Grotesk"/>
                <a:ea typeface="Space Grotesk"/>
                <a:cs typeface="Space Grotesk"/>
              </a:defRPr>
            </a:lvl2pPr>
            <a:lvl3pPr>
              <a:defRPr sz="1275" b="1">
                <a:solidFill>
                  <a:srgbClr val="EF8D65"/>
                </a:solidFill>
                <a:latin typeface="Space Grotesk"/>
                <a:ea typeface="Space Grotesk"/>
                <a:cs typeface="Space Grotesk"/>
              </a:defRPr>
            </a:lvl3pPr>
            <a:lvl4pPr>
              <a:defRPr sz="1275" b="1">
                <a:solidFill>
                  <a:srgbClr val="EF8D65"/>
                </a:solidFill>
                <a:latin typeface="Space Grotesk"/>
                <a:ea typeface="Space Grotesk"/>
                <a:cs typeface="Space Grotesk"/>
              </a:defRPr>
            </a:lvl4pPr>
            <a:lvl5pPr>
              <a:defRPr sz="1275" b="1">
                <a:solidFill>
                  <a:srgbClr val="EF8D65"/>
                </a:solidFill>
                <a:latin typeface="Space Grotesk"/>
                <a:ea typeface="Space Grotesk"/>
                <a:cs typeface="Space Grotesk"/>
              </a:defRPr>
            </a:lvl5pPr>
            <a:lvl6pPr>
              <a:defRPr sz="1275" b="1">
                <a:solidFill>
                  <a:srgbClr val="EF8D65"/>
                </a:solidFill>
                <a:latin typeface="Space Grotesk"/>
                <a:ea typeface="Space Grotesk"/>
                <a:cs typeface="Space Grotesk"/>
              </a:defRPr>
            </a:lvl6pPr>
            <a:lvl7pPr>
              <a:defRPr sz="1275" b="1">
                <a:solidFill>
                  <a:srgbClr val="EF8D65"/>
                </a:solidFill>
                <a:latin typeface="Space Grotesk"/>
                <a:ea typeface="Space Grotesk"/>
                <a:cs typeface="Space Grotesk"/>
              </a:defRPr>
            </a:lvl7pPr>
            <a:lvl8pPr>
              <a:defRPr sz="1275" b="1">
                <a:solidFill>
                  <a:srgbClr val="EF8D65"/>
                </a:solidFill>
                <a:latin typeface="Space Grotesk"/>
                <a:ea typeface="Space Grotesk"/>
                <a:cs typeface="Space Grotesk"/>
              </a:defRPr>
            </a:lvl8pPr>
            <a:lvl9pPr>
              <a:defRPr sz="1275" b="1">
                <a:solidFill>
                  <a:srgbClr val="EF8D65"/>
                </a:solidFill>
                <a:latin typeface="Space Grotesk"/>
                <a:ea typeface="Space Grotesk"/>
                <a:cs typeface="Space Grotesk"/>
              </a:defRPr>
            </a:lvl9pPr>
          </a:lstStyle>
          <a:p xmlns:a="http://schemas.openxmlformats.org/drawingml/2006/main">
            <a:pPr>
              <a:defRPr sz="1275" b="1">
                <a:solidFill>
                  <a:srgbClr val="EF8D65"/>
                </a:solidFill>
                <a:latin typeface="Space Grotesk"/>
                <a:ea typeface="Space Grotesk"/>
                <a:cs typeface="Space Grotesk"/>
              </a:defRPr>
            </a:pPr>
            <a:r>
              <a:rPr sz="1275" b="1">
                <a:solidFill>
                  <a:srgbClr val="EF8D65"/>
                </a:solidFill>
                <a:latin typeface="Space Grotesk"/>
                <a:ea typeface="Space Grotesk"/>
                <a:cs typeface="Space Grotesk"/>
              </a:rPr>
              <a:t>SESSION</a:t>
            </a:r>
          </a:p>
        </p:txBody>
      </p:sp>
      <p:sp>
        <p:nvSpPr>
          <p:cNvPr id="7" name="[Your session title&#10;goes here]">
            <a:extLst xmlns:a="http://schemas.openxmlformats.org/drawingml/2006/main">
              <a:ext uri="{FF2B5EF4-FFF2-40B4-BE49-F238E27FC236}">
                <a16:creationId xmlns:a16="http://schemas.microsoft.com/office/drawing/2014/main" id="{7828AF2C-0A69-4BCF-9D9F-2DC3D86849B7}"/>
              </a:ext>
            </a:extLst>
          </p:cNvPr>
          <p:cNvSpPr>
            <a:spLocks xmlns:a="http://schemas.openxmlformats.org/drawingml/2006/main" noGrp="1"/>
          </p:cNvSpPr>
          <p:nvPr/>
        </p:nvSpPr>
        <p:spPr>
          <a:xfrm xmlns:a="http://schemas.openxmlformats.org/drawingml/2006/main">
            <a:off x="571500" y="2171700"/>
            <a:ext cx="71437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650" b="1">
                <a:solidFill>
                  <a:srgbClr val="F5F4EC"/>
                </a:solidFill>
                <a:latin typeface="Space Grotesk"/>
                <a:ea typeface="Space Grotesk"/>
                <a:cs typeface="Space Grotesk"/>
              </a:defRPr>
            </a:defPPr>
            <a:lvl1pPr>
              <a:defRPr sz="4650" b="1">
                <a:solidFill>
                  <a:srgbClr val="F5F4EC"/>
                </a:solidFill>
                <a:latin typeface="Space Grotesk"/>
                <a:ea typeface="Space Grotesk"/>
                <a:cs typeface="Space Grotesk"/>
              </a:defRPr>
            </a:lvl1pPr>
            <a:lvl2pPr>
              <a:defRPr sz="4650" b="1">
                <a:solidFill>
                  <a:srgbClr val="F5F4EC"/>
                </a:solidFill>
                <a:latin typeface="Space Grotesk"/>
                <a:ea typeface="Space Grotesk"/>
                <a:cs typeface="Space Grotesk"/>
              </a:defRPr>
            </a:lvl2pPr>
            <a:lvl3pPr>
              <a:defRPr sz="4650" b="1">
                <a:solidFill>
                  <a:srgbClr val="F5F4EC"/>
                </a:solidFill>
                <a:latin typeface="Space Grotesk"/>
                <a:ea typeface="Space Grotesk"/>
                <a:cs typeface="Space Grotesk"/>
              </a:defRPr>
            </a:lvl3pPr>
            <a:lvl4pPr>
              <a:defRPr sz="4650" b="1">
                <a:solidFill>
                  <a:srgbClr val="F5F4EC"/>
                </a:solidFill>
                <a:latin typeface="Space Grotesk"/>
                <a:ea typeface="Space Grotesk"/>
                <a:cs typeface="Space Grotesk"/>
              </a:defRPr>
            </a:lvl4pPr>
            <a:lvl5pPr>
              <a:defRPr sz="4650" b="1">
                <a:solidFill>
                  <a:srgbClr val="F5F4EC"/>
                </a:solidFill>
                <a:latin typeface="Space Grotesk"/>
                <a:ea typeface="Space Grotesk"/>
                <a:cs typeface="Space Grotesk"/>
              </a:defRPr>
            </a:lvl5pPr>
            <a:lvl6pPr>
              <a:defRPr sz="4650" b="1">
                <a:solidFill>
                  <a:srgbClr val="F5F4EC"/>
                </a:solidFill>
                <a:latin typeface="Space Grotesk"/>
                <a:ea typeface="Space Grotesk"/>
                <a:cs typeface="Space Grotesk"/>
              </a:defRPr>
            </a:lvl6pPr>
            <a:lvl7pPr>
              <a:defRPr sz="4650" b="1">
                <a:solidFill>
                  <a:srgbClr val="F5F4EC"/>
                </a:solidFill>
                <a:latin typeface="Space Grotesk"/>
                <a:ea typeface="Space Grotesk"/>
                <a:cs typeface="Space Grotesk"/>
              </a:defRPr>
            </a:lvl7pPr>
            <a:lvl8pPr>
              <a:defRPr sz="4650" b="1">
                <a:solidFill>
                  <a:srgbClr val="F5F4EC"/>
                </a:solidFill>
                <a:latin typeface="Space Grotesk"/>
                <a:ea typeface="Space Grotesk"/>
                <a:cs typeface="Space Grotesk"/>
              </a:defRPr>
            </a:lvl8pPr>
            <a:lvl9pPr>
              <a:defRPr sz="4650" b="1">
                <a:solidFill>
                  <a:srgbClr val="F5F4EC"/>
                </a:solidFill>
                <a:latin typeface="Space Grotesk"/>
                <a:ea typeface="Space Grotesk"/>
                <a:cs typeface="Space Grotesk"/>
              </a:defRPr>
            </a:lvl9pPr>
          </a:lstStyle>
          <a:p xmlns:a="http://schemas.openxmlformats.org/drawingml/2006/main">
            <a:pPr>
              <a:defRPr sz="4650" b="1">
                <a:solidFill>
                  <a:srgbClr val="F5F4EC"/>
                </a:solidFill>
                <a:latin typeface="Space Grotesk"/>
                <a:ea typeface="Space Grotesk"/>
                <a:cs typeface="Space Grotesk"/>
              </a:defRPr>
            </a:pPr>
            <a:r>
              <a:rPr sz="4650" b="1">
                <a:solidFill>
                  <a:srgbClr val="F5F4EC"/>
                </a:solidFill>
                <a:latin typeface="Space Grotesk"/>
                <a:ea typeface="Space Grotesk"/>
                <a:cs typeface="Space Grotesk"/>
              </a:rPr>
              <a:t>[Your session title</a:t>
            </a:r>
          </a:p>
          <a:p xmlns:a="http://schemas.openxmlformats.org/drawingml/2006/main">
            <a:pPr>
              <a:defRPr sz="4650" b="1">
                <a:solidFill>
                  <a:srgbClr val="F5F4EC"/>
                </a:solidFill>
                <a:latin typeface="Space Grotesk"/>
                <a:ea typeface="Space Grotesk"/>
                <a:cs typeface="Space Grotesk"/>
              </a:defRPr>
            </a:pPr>
            <a:r>
              <a:rPr sz="4650" b="1">
                <a:solidFill>
                  <a:srgbClr val="F5F4EC"/>
                </a:solidFill>
                <a:latin typeface="Space Grotesk"/>
                <a:ea typeface="Space Grotesk"/>
                <a:cs typeface="Space Grotesk"/>
              </a:rPr>
              <a:t>goes here]</a:t>
            </a:r>
          </a:p>
        </p:txBody>
      </p:sp>
      <p:sp>
        <p:nvSpPr>
          <p:cNvPr id="8" name="[Speaker name]">
            <a:extLst xmlns:a="http://schemas.openxmlformats.org/drawingml/2006/main">
              <a:ext uri="{FF2B5EF4-FFF2-40B4-BE49-F238E27FC236}">
                <a16:creationId xmlns:a16="http://schemas.microsoft.com/office/drawing/2014/main" id="{726ACE23-25A3-47ED-8406-8BADCE887109}"/>
              </a:ext>
            </a:extLst>
          </p:cNvPr>
          <p:cNvSpPr>
            <a:spLocks xmlns:a="http://schemas.openxmlformats.org/drawingml/2006/main" noGrp="1"/>
          </p:cNvSpPr>
          <p:nvPr/>
        </p:nvSpPr>
        <p:spPr>
          <a:xfrm xmlns:a="http://schemas.openxmlformats.org/drawingml/2006/main">
            <a:off x="609600" y="4438650"/>
            <a:ext cx="714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5F4EC"/>
                </a:solidFill>
                <a:latin typeface="Space Grotesk"/>
                <a:ea typeface="Space Grotesk"/>
                <a:cs typeface="Space Grotesk"/>
              </a:defRPr>
            </a:defPPr>
            <a:lvl1pPr>
              <a:defRPr sz="3300" b="1">
                <a:solidFill>
                  <a:srgbClr val="F5F4EC"/>
                </a:solidFill>
                <a:latin typeface="Space Grotesk"/>
                <a:ea typeface="Space Grotesk"/>
                <a:cs typeface="Space Grotesk"/>
              </a:defRPr>
            </a:lvl1pPr>
            <a:lvl2pPr>
              <a:defRPr sz="3300" b="1">
                <a:solidFill>
                  <a:srgbClr val="F5F4EC"/>
                </a:solidFill>
                <a:latin typeface="Space Grotesk"/>
                <a:ea typeface="Space Grotesk"/>
                <a:cs typeface="Space Grotesk"/>
              </a:defRPr>
            </a:lvl2pPr>
            <a:lvl3pPr>
              <a:defRPr sz="3300" b="1">
                <a:solidFill>
                  <a:srgbClr val="F5F4EC"/>
                </a:solidFill>
                <a:latin typeface="Space Grotesk"/>
                <a:ea typeface="Space Grotesk"/>
                <a:cs typeface="Space Grotesk"/>
              </a:defRPr>
            </a:lvl3pPr>
            <a:lvl4pPr>
              <a:defRPr sz="3300" b="1">
                <a:solidFill>
                  <a:srgbClr val="F5F4EC"/>
                </a:solidFill>
                <a:latin typeface="Space Grotesk"/>
                <a:ea typeface="Space Grotesk"/>
                <a:cs typeface="Space Grotesk"/>
              </a:defRPr>
            </a:lvl4pPr>
            <a:lvl5pPr>
              <a:defRPr sz="3300" b="1">
                <a:solidFill>
                  <a:srgbClr val="F5F4EC"/>
                </a:solidFill>
                <a:latin typeface="Space Grotesk"/>
                <a:ea typeface="Space Grotesk"/>
                <a:cs typeface="Space Grotesk"/>
              </a:defRPr>
            </a:lvl5pPr>
            <a:lvl6pPr>
              <a:defRPr sz="3300" b="1">
                <a:solidFill>
                  <a:srgbClr val="F5F4EC"/>
                </a:solidFill>
                <a:latin typeface="Space Grotesk"/>
                <a:ea typeface="Space Grotesk"/>
                <a:cs typeface="Space Grotesk"/>
              </a:defRPr>
            </a:lvl6pPr>
            <a:lvl7pPr>
              <a:defRPr sz="3300" b="1">
                <a:solidFill>
                  <a:srgbClr val="F5F4EC"/>
                </a:solidFill>
                <a:latin typeface="Space Grotesk"/>
                <a:ea typeface="Space Grotesk"/>
                <a:cs typeface="Space Grotesk"/>
              </a:defRPr>
            </a:lvl7pPr>
            <a:lvl8pPr>
              <a:defRPr sz="3300" b="1">
                <a:solidFill>
                  <a:srgbClr val="F5F4EC"/>
                </a:solidFill>
                <a:latin typeface="Space Grotesk"/>
                <a:ea typeface="Space Grotesk"/>
                <a:cs typeface="Space Grotesk"/>
              </a:defRPr>
            </a:lvl8pPr>
            <a:lvl9pPr>
              <a:defRPr sz="3300" b="1">
                <a:solidFill>
                  <a:srgbClr val="F5F4EC"/>
                </a:solidFill>
                <a:latin typeface="Space Grotesk"/>
                <a:ea typeface="Space Grotesk"/>
                <a:cs typeface="Space Grotesk"/>
              </a:defRPr>
            </a:lvl9pPr>
          </a:lstStyle>
          <a:p xmlns:a="http://schemas.openxmlformats.org/drawingml/2006/main">
            <a:pPr>
              <a:defRPr sz="3300" b="1">
                <a:solidFill>
                  <a:srgbClr val="F5F4EC"/>
                </a:solidFill>
                <a:latin typeface="Space Grotesk"/>
                <a:ea typeface="Space Grotesk"/>
                <a:cs typeface="Space Grotesk"/>
              </a:defRPr>
            </a:pPr>
            <a:r>
              <a:rPr sz="3300" b="1">
                <a:solidFill>
                  <a:srgbClr val="F5F4EC"/>
                </a:solidFill>
                <a:latin typeface="Space Grotesk"/>
                <a:ea typeface="Space Grotesk"/>
                <a:cs typeface="Space Grotesk"/>
              </a:rPr>
              <a:t>[Speaker name]</a:t>
            </a:r>
          </a:p>
        </p:txBody>
      </p:sp>
      <p:sp>
        <p:nvSpPr>
          <p:cNvPr id="9" name="[Designation] at [Organisation]">
            <a:extLst xmlns:a="http://schemas.openxmlformats.org/drawingml/2006/main">
              <a:ext uri="{FF2B5EF4-FFF2-40B4-BE49-F238E27FC236}">
                <a16:creationId xmlns:a16="http://schemas.microsoft.com/office/drawing/2014/main" id="{5143189A-8F0E-44F5-BFD6-20D3531602C6}"/>
              </a:ext>
            </a:extLst>
          </p:cNvPr>
          <p:cNvSpPr>
            <a:spLocks xmlns:a="http://schemas.openxmlformats.org/drawingml/2006/main" noGrp="1"/>
          </p:cNvSpPr>
          <p:nvPr/>
        </p:nvSpPr>
        <p:spPr>
          <a:xfrm xmlns:a="http://schemas.openxmlformats.org/drawingml/2006/main">
            <a:off x="609600" y="5095875"/>
            <a:ext cx="714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C9C2B6"/>
                </a:solidFill>
                <a:latin typeface="Instrument Sans"/>
                <a:ea typeface="Instrument Sans"/>
                <a:cs typeface="Instrument Sans"/>
              </a:defRPr>
            </a:defPPr>
            <a:lvl1pPr>
              <a:defRPr sz="1950" b="0">
                <a:solidFill>
                  <a:srgbClr val="C9C2B6"/>
                </a:solidFill>
                <a:latin typeface="Instrument Sans"/>
                <a:ea typeface="Instrument Sans"/>
                <a:cs typeface="Instrument Sans"/>
              </a:defRPr>
            </a:lvl1pPr>
            <a:lvl2pPr>
              <a:defRPr sz="1950" b="0">
                <a:solidFill>
                  <a:srgbClr val="C9C2B6"/>
                </a:solidFill>
                <a:latin typeface="Instrument Sans"/>
                <a:ea typeface="Instrument Sans"/>
                <a:cs typeface="Instrument Sans"/>
              </a:defRPr>
            </a:lvl2pPr>
            <a:lvl3pPr>
              <a:defRPr sz="1950" b="0">
                <a:solidFill>
                  <a:srgbClr val="C9C2B6"/>
                </a:solidFill>
                <a:latin typeface="Instrument Sans"/>
                <a:ea typeface="Instrument Sans"/>
                <a:cs typeface="Instrument Sans"/>
              </a:defRPr>
            </a:lvl3pPr>
            <a:lvl4pPr>
              <a:defRPr sz="1950" b="0">
                <a:solidFill>
                  <a:srgbClr val="C9C2B6"/>
                </a:solidFill>
                <a:latin typeface="Instrument Sans"/>
                <a:ea typeface="Instrument Sans"/>
                <a:cs typeface="Instrument Sans"/>
              </a:defRPr>
            </a:lvl4pPr>
            <a:lvl5pPr>
              <a:defRPr sz="1950" b="0">
                <a:solidFill>
                  <a:srgbClr val="C9C2B6"/>
                </a:solidFill>
                <a:latin typeface="Instrument Sans"/>
                <a:ea typeface="Instrument Sans"/>
                <a:cs typeface="Instrument Sans"/>
              </a:defRPr>
            </a:lvl5pPr>
            <a:lvl6pPr>
              <a:defRPr sz="1950" b="0">
                <a:solidFill>
                  <a:srgbClr val="C9C2B6"/>
                </a:solidFill>
                <a:latin typeface="Instrument Sans"/>
                <a:ea typeface="Instrument Sans"/>
                <a:cs typeface="Instrument Sans"/>
              </a:defRPr>
            </a:lvl6pPr>
            <a:lvl7pPr>
              <a:defRPr sz="1950" b="0">
                <a:solidFill>
                  <a:srgbClr val="C9C2B6"/>
                </a:solidFill>
                <a:latin typeface="Instrument Sans"/>
                <a:ea typeface="Instrument Sans"/>
                <a:cs typeface="Instrument Sans"/>
              </a:defRPr>
            </a:lvl7pPr>
            <a:lvl8pPr>
              <a:defRPr sz="1950" b="0">
                <a:solidFill>
                  <a:srgbClr val="C9C2B6"/>
                </a:solidFill>
                <a:latin typeface="Instrument Sans"/>
                <a:ea typeface="Instrument Sans"/>
                <a:cs typeface="Instrument Sans"/>
              </a:defRPr>
            </a:lvl8pPr>
            <a:lvl9pPr>
              <a:defRPr sz="1950" b="0">
                <a:solidFill>
                  <a:srgbClr val="C9C2B6"/>
                </a:solidFill>
                <a:latin typeface="Instrument Sans"/>
                <a:ea typeface="Instrument Sans"/>
                <a:cs typeface="Instrument Sans"/>
              </a:defRPr>
            </a:lvl9pPr>
          </a:lstStyle>
          <a:p xmlns:a="http://schemas.openxmlformats.org/drawingml/2006/main">
            <a:pPr>
              <a:defRPr sz="1950" b="0">
                <a:solidFill>
                  <a:srgbClr val="C9C2B6"/>
                </a:solidFill>
                <a:latin typeface="Instrument Sans"/>
                <a:ea typeface="Instrument Sans"/>
                <a:cs typeface="Instrument Sans"/>
              </a:defRPr>
            </a:pPr>
            <a:r>
              <a:rPr sz="1950" b="0">
                <a:solidFill>
                  <a:srgbClr val="C9C2B6"/>
                </a:solidFill>
                <a:latin typeface="Instrument Sans"/>
                <a:ea typeface="Instrument Sans"/>
                <a:cs typeface="Instrument Sans"/>
              </a:rPr>
              <a:t>[Designation] at [Organisation]</a:t>
            </a:r>
          </a:p>
        </p:txBody>
      </p:sp>
      <p:sp>
        <p:nvSpPr>
          <p:cNvPr id="10" name="[Speaker headshot]">
            <a:extLst xmlns:a="http://schemas.openxmlformats.org/drawingml/2006/main">
              <a:ext uri="{FF2B5EF4-FFF2-40B4-BE49-F238E27FC236}">
                <a16:creationId xmlns:a16="http://schemas.microsoft.com/office/drawing/2014/main" id="{F620D552-5B7F-44D0-84F8-B736523B0A1B}"/>
              </a:ext>
            </a:extLst>
          </p:cNvPr>
          <p:cNvSpPr>
            <a:spLocks xmlns:a="http://schemas.openxmlformats.org/drawingml/2006/main" noGrp="1"/>
          </p:cNvSpPr>
          <p:nvPr>
            <p:ph type="pic" idx="10"/>
          </p:nvPr>
        </p:nvSpPr>
        <p:spPr>
          <a:xfrm xmlns:a="http://schemas.openxmlformats.org/drawingml/2006/main">
            <a:off x="8343900" y="1905000"/>
            <a:ext cx="3181350" cy="3705225"/>
          </a:xfrm>
          <a:prstGeom xmlns:a="http://schemas.openxmlformats.org/drawingml/2006/main" prst="rect">
            <a:avLst/>
          </a:prstGeom>
          <a:solidFill xmlns:a="http://schemas.openxmlformats.org/drawingml/2006/main">
            <a:srgbClr val="35332F"/>
          </a:solidFill>
          <a:ln xmlns:a="http://schemas.openxmlformats.org/drawingml/2006/main" w="9525">
            <a:solidFill>
              <a:srgbClr val="766451"/>
            </a:solidFill>
            <a:prstDash val="solid"/>
          </a:ln>
        </p:spPr>
        <p:txBody>
          <a:bodyPr xmlns:a="http://schemas.openxmlformats.org/drawingml/2006/main" lIns="228600" tIns="228600" rIns="228600" bIns="228600" anchor="ctr"/>
          <a:lstStyle xmlns:a="http://schemas.openxmlformats.org/drawingml/2006/main">
            <a:defPPr algn="ctr">
              <a:defRPr sz="1800">
                <a:solidFill>
                  <a:srgbClr val="C9C2B6"/>
                </a:solidFill>
                <a:latin typeface="Instrument Sans"/>
                <a:ea typeface="Instrument Sans"/>
                <a:cs typeface="Instrument Sans"/>
              </a:defRPr>
            </a:defPPr>
            <a:lvl1pPr algn="ctr">
              <a:defRPr sz="1800">
                <a:solidFill>
                  <a:srgbClr val="C9C2B6"/>
                </a:solidFill>
                <a:latin typeface="Instrument Sans"/>
                <a:ea typeface="Instrument Sans"/>
                <a:cs typeface="Instrument Sans"/>
              </a:defRPr>
            </a:lvl1pPr>
            <a:lvl2pPr algn="ctr">
              <a:defRPr sz="1800">
                <a:solidFill>
                  <a:srgbClr val="C9C2B6"/>
                </a:solidFill>
                <a:latin typeface="Instrument Sans"/>
                <a:ea typeface="Instrument Sans"/>
                <a:cs typeface="Instrument Sans"/>
              </a:defRPr>
            </a:lvl2pPr>
            <a:lvl3pPr algn="ctr">
              <a:defRPr sz="1800">
                <a:solidFill>
                  <a:srgbClr val="C9C2B6"/>
                </a:solidFill>
                <a:latin typeface="Instrument Sans"/>
                <a:ea typeface="Instrument Sans"/>
                <a:cs typeface="Instrument Sans"/>
              </a:defRPr>
            </a:lvl3pPr>
            <a:lvl4pPr algn="ctr">
              <a:defRPr sz="1800">
                <a:solidFill>
                  <a:srgbClr val="C9C2B6"/>
                </a:solidFill>
                <a:latin typeface="Instrument Sans"/>
                <a:ea typeface="Instrument Sans"/>
                <a:cs typeface="Instrument Sans"/>
              </a:defRPr>
            </a:lvl4pPr>
            <a:lvl5pPr algn="ctr">
              <a:defRPr sz="1800">
                <a:solidFill>
                  <a:srgbClr val="C9C2B6"/>
                </a:solidFill>
                <a:latin typeface="Instrument Sans"/>
                <a:ea typeface="Instrument Sans"/>
                <a:cs typeface="Instrument Sans"/>
              </a:defRPr>
            </a:lvl5pPr>
            <a:lvl6pPr algn="ctr">
              <a:defRPr sz="1800">
                <a:solidFill>
                  <a:srgbClr val="C9C2B6"/>
                </a:solidFill>
                <a:latin typeface="Instrument Sans"/>
                <a:ea typeface="Instrument Sans"/>
                <a:cs typeface="Instrument Sans"/>
              </a:defRPr>
            </a:lvl6pPr>
            <a:lvl7pPr algn="ctr">
              <a:defRPr sz="1800">
                <a:solidFill>
                  <a:srgbClr val="C9C2B6"/>
                </a:solidFill>
                <a:latin typeface="Instrument Sans"/>
                <a:ea typeface="Instrument Sans"/>
                <a:cs typeface="Instrument Sans"/>
              </a:defRPr>
            </a:lvl7pPr>
            <a:lvl8pPr algn="ctr">
              <a:defRPr sz="1800">
                <a:solidFill>
                  <a:srgbClr val="C9C2B6"/>
                </a:solidFill>
                <a:latin typeface="Instrument Sans"/>
                <a:ea typeface="Instrument Sans"/>
                <a:cs typeface="Instrument Sans"/>
              </a:defRPr>
            </a:lvl8pPr>
            <a:lvl9pPr algn="ctr">
              <a:defRPr sz="1800">
                <a:solidFill>
                  <a:srgbClr val="C9C2B6"/>
                </a:solidFill>
                <a:latin typeface="Instrument Sans"/>
                <a:ea typeface="Instrument Sans"/>
                <a:cs typeface="Instrument Sans"/>
              </a:defRPr>
            </a:lvl9pPr>
          </a:lstStyle>
          <a:p xmlns:a="http://schemas.openxmlformats.org/drawingml/2006/main">
            <a:pPr algn="ctr">
              <a:defRPr sz="1800">
                <a:solidFill>
                  <a:srgbClr val="C9C2B6"/>
                </a:solidFill>
                <a:latin typeface="Instrument Sans"/>
                <a:ea typeface="Instrument Sans"/>
                <a:cs typeface="Instrument Sans"/>
              </a:defRPr>
            </a:pPr>
            <a:r>
              <a:rPr sz="1800">
                <a:solidFill>
                  <a:srgbClr val="C9C2B6"/>
                </a:solidFill>
                <a:latin typeface="Instrument Sans"/>
                <a:ea typeface="Instrument Sans"/>
                <a:cs typeface="Instrument Sans"/>
              </a:rPr>
              <a:t>[Speaker headshot]</a:t>
            </a:r>
          </a:p>
        </p:txBody>
      </p:sp>
      <p:sp>
        <p:nvSpPr>
          <p:cNvPr id="11" name="[Date]  /  [Venue]">
            <a:extLst xmlns:a="http://schemas.openxmlformats.org/drawingml/2006/main">
              <a:ext uri="{FF2B5EF4-FFF2-40B4-BE49-F238E27FC236}">
                <a16:creationId xmlns:a16="http://schemas.microsoft.com/office/drawing/2014/main" id="{73957CB0-7AE2-44EB-B6D2-0E2A206B74FF}"/>
              </a:ext>
            </a:extLst>
          </p:cNvPr>
          <p:cNvSpPr>
            <a:spLocks xmlns:a="http://schemas.openxmlformats.org/drawingml/2006/main" noGrp="1"/>
          </p:cNvSpPr>
          <p:nvPr/>
        </p:nvSpPr>
        <p:spPr>
          <a:xfrm xmlns:a="http://schemas.openxmlformats.org/drawingml/2006/main">
            <a:off x="609600" y="6134100"/>
            <a:ext cx="833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F5F4EC"/>
                </a:solidFill>
                <a:latin typeface="Instrument Sans"/>
                <a:ea typeface="Instrument Sans"/>
                <a:cs typeface="Instrument Sans"/>
              </a:defRPr>
            </a:defPPr>
            <a:lvl1pPr>
              <a:defRPr sz="1800" b="0">
                <a:solidFill>
                  <a:srgbClr val="F5F4EC"/>
                </a:solidFill>
                <a:latin typeface="Instrument Sans"/>
                <a:ea typeface="Instrument Sans"/>
                <a:cs typeface="Instrument Sans"/>
              </a:defRPr>
            </a:lvl1pPr>
            <a:lvl2pPr>
              <a:defRPr sz="1800" b="0">
                <a:solidFill>
                  <a:srgbClr val="F5F4EC"/>
                </a:solidFill>
                <a:latin typeface="Instrument Sans"/>
                <a:ea typeface="Instrument Sans"/>
                <a:cs typeface="Instrument Sans"/>
              </a:defRPr>
            </a:lvl2pPr>
            <a:lvl3pPr>
              <a:defRPr sz="1800" b="0">
                <a:solidFill>
                  <a:srgbClr val="F5F4EC"/>
                </a:solidFill>
                <a:latin typeface="Instrument Sans"/>
                <a:ea typeface="Instrument Sans"/>
                <a:cs typeface="Instrument Sans"/>
              </a:defRPr>
            </a:lvl3pPr>
            <a:lvl4pPr>
              <a:defRPr sz="1800" b="0">
                <a:solidFill>
                  <a:srgbClr val="F5F4EC"/>
                </a:solidFill>
                <a:latin typeface="Instrument Sans"/>
                <a:ea typeface="Instrument Sans"/>
                <a:cs typeface="Instrument Sans"/>
              </a:defRPr>
            </a:lvl4pPr>
            <a:lvl5pPr>
              <a:defRPr sz="1800" b="0">
                <a:solidFill>
                  <a:srgbClr val="F5F4EC"/>
                </a:solidFill>
                <a:latin typeface="Instrument Sans"/>
                <a:ea typeface="Instrument Sans"/>
                <a:cs typeface="Instrument Sans"/>
              </a:defRPr>
            </a:lvl5pPr>
            <a:lvl6pPr>
              <a:defRPr sz="1800" b="0">
                <a:solidFill>
                  <a:srgbClr val="F5F4EC"/>
                </a:solidFill>
                <a:latin typeface="Instrument Sans"/>
                <a:ea typeface="Instrument Sans"/>
                <a:cs typeface="Instrument Sans"/>
              </a:defRPr>
            </a:lvl6pPr>
            <a:lvl7pPr>
              <a:defRPr sz="1800" b="0">
                <a:solidFill>
                  <a:srgbClr val="F5F4EC"/>
                </a:solidFill>
                <a:latin typeface="Instrument Sans"/>
                <a:ea typeface="Instrument Sans"/>
                <a:cs typeface="Instrument Sans"/>
              </a:defRPr>
            </a:lvl7pPr>
            <a:lvl8pPr>
              <a:defRPr sz="1800" b="0">
                <a:solidFill>
                  <a:srgbClr val="F5F4EC"/>
                </a:solidFill>
                <a:latin typeface="Instrument Sans"/>
                <a:ea typeface="Instrument Sans"/>
                <a:cs typeface="Instrument Sans"/>
              </a:defRPr>
            </a:lvl8pPr>
            <a:lvl9pPr>
              <a:defRPr sz="1800" b="0">
                <a:solidFill>
                  <a:srgbClr val="F5F4EC"/>
                </a:solidFill>
                <a:latin typeface="Instrument Sans"/>
                <a:ea typeface="Instrument Sans"/>
                <a:cs typeface="Instrument Sans"/>
              </a:defRPr>
            </a:lvl9pPr>
          </a:lstStyle>
          <a:p xmlns:a="http://schemas.openxmlformats.org/drawingml/2006/main">
            <a:pPr>
              <a:defRPr sz="1800" b="0">
                <a:solidFill>
                  <a:srgbClr val="F5F4EC"/>
                </a:solidFill>
                <a:latin typeface="Instrument Sans"/>
                <a:ea typeface="Instrument Sans"/>
                <a:cs typeface="Instrument Sans"/>
              </a:defRPr>
            </a:pPr>
            <a:r>
              <a:rPr sz="1800" b="0">
                <a:solidFill>
                  <a:srgbClr val="F5F4EC"/>
                </a:solidFill>
                <a:latin typeface="Instrument Sans"/>
                <a:ea typeface="Instrument Sans"/>
                <a:cs typeface="Instrument Sans"/>
              </a:rPr>
              <a:t>[Date]  /  [Venue]</a:t>
            </a:r>
          </a:p>
        </p:txBody>
      </p:sp>
      <p:sp>
        <p:nvSpPr>
          <p:cNvPr id="12" name="globalai.community">
            <a:extLst xmlns:a="http://schemas.openxmlformats.org/drawingml/2006/main">
              <a:ext uri="{FF2B5EF4-FFF2-40B4-BE49-F238E27FC236}">
                <a16:creationId xmlns:a16="http://schemas.microsoft.com/office/drawing/2014/main" id="{CB1840BD-6EA6-407E-9E61-314A50D24069}"/>
              </a:ext>
            </a:extLst>
          </p:cNvPr>
          <p:cNvSpPr>
            <a:spLocks xmlns:a="http://schemas.openxmlformats.org/drawingml/2006/main" noGrp="1"/>
          </p:cNvSpPr>
          <p:nvPr/>
        </p:nvSpPr>
        <p:spPr>
          <a:xfrm xmlns:a="http://schemas.openxmlformats.org/drawingml/2006/main">
            <a:off x="9382125" y="6191250"/>
            <a:ext cx="2190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C9C2B6"/>
                </a:solidFill>
                <a:latin typeface="Instrument Sans"/>
                <a:ea typeface="Instrument Sans"/>
                <a:cs typeface="Instrument Sans"/>
              </a:defRPr>
            </a:defPPr>
            <a:lvl1pPr>
              <a:defRPr sz="1425" b="0">
                <a:solidFill>
                  <a:srgbClr val="C9C2B6"/>
                </a:solidFill>
                <a:latin typeface="Instrument Sans"/>
                <a:ea typeface="Instrument Sans"/>
                <a:cs typeface="Instrument Sans"/>
              </a:defRPr>
            </a:lvl1pPr>
            <a:lvl2pPr>
              <a:defRPr sz="1425" b="0">
                <a:solidFill>
                  <a:srgbClr val="C9C2B6"/>
                </a:solidFill>
                <a:latin typeface="Instrument Sans"/>
                <a:ea typeface="Instrument Sans"/>
                <a:cs typeface="Instrument Sans"/>
              </a:defRPr>
            </a:lvl2pPr>
            <a:lvl3pPr>
              <a:defRPr sz="1425" b="0">
                <a:solidFill>
                  <a:srgbClr val="C9C2B6"/>
                </a:solidFill>
                <a:latin typeface="Instrument Sans"/>
                <a:ea typeface="Instrument Sans"/>
                <a:cs typeface="Instrument Sans"/>
              </a:defRPr>
            </a:lvl3pPr>
            <a:lvl4pPr>
              <a:defRPr sz="1425" b="0">
                <a:solidFill>
                  <a:srgbClr val="C9C2B6"/>
                </a:solidFill>
                <a:latin typeface="Instrument Sans"/>
                <a:ea typeface="Instrument Sans"/>
                <a:cs typeface="Instrument Sans"/>
              </a:defRPr>
            </a:lvl4pPr>
            <a:lvl5pPr>
              <a:defRPr sz="1425" b="0">
                <a:solidFill>
                  <a:srgbClr val="C9C2B6"/>
                </a:solidFill>
                <a:latin typeface="Instrument Sans"/>
                <a:ea typeface="Instrument Sans"/>
                <a:cs typeface="Instrument Sans"/>
              </a:defRPr>
            </a:lvl5pPr>
            <a:lvl6pPr>
              <a:defRPr sz="1425" b="0">
                <a:solidFill>
                  <a:srgbClr val="C9C2B6"/>
                </a:solidFill>
                <a:latin typeface="Instrument Sans"/>
                <a:ea typeface="Instrument Sans"/>
                <a:cs typeface="Instrument Sans"/>
              </a:defRPr>
            </a:lvl6pPr>
            <a:lvl7pPr>
              <a:defRPr sz="1425" b="0">
                <a:solidFill>
                  <a:srgbClr val="C9C2B6"/>
                </a:solidFill>
                <a:latin typeface="Instrument Sans"/>
                <a:ea typeface="Instrument Sans"/>
                <a:cs typeface="Instrument Sans"/>
              </a:defRPr>
            </a:lvl7pPr>
            <a:lvl8pPr>
              <a:defRPr sz="1425" b="0">
                <a:solidFill>
                  <a:srgbClr val="C9C2B6"/>
                </a:solidFill>
                <a:latin typeface="Instrument Sans"/>
                <a:ea typeface="Instrument Sans"/>
                <a:cs typeface="Instrument Sans"/>
              </a:defRPr>
            </a:lvl8pPr>
            <a:lvl9pPr>
              <a:defRPr sz="1425" b="0">
                <a:solidFill>
                  <a:srgbClr val="C9C2B6"/>
                </a:solidFill>
                <a:latin typeface="Instrument Sans"/>
                <a:ea typeface="Instrument Sans"/>
                <a:cs typeface="Instrument Sans"/>
              </a:defRPr>
            </a:lvl9pPr>
          </a:lstStyle>
          <a:p xmlns:a="http://schemas.openxmlformats.org/drawingml/2006/main">
            <a:pPr>
              <a:defRPr sz="1425" b="0">
                <a:solidFill>
                  <a:srgbClr val="C9C2B6"/>
                </a:solidFill>
                <a:latin typeface="Instrument Sans"/>
                <a:ea typeface="Instrument Sans"/>
                <a:cs typeface="Instrument Sans"/>
              </a:defRPr>
            </a:pPr>
            <a:r>
              <a:rPr sz="1425" b="0">
                <a:solidFill>
                  <a:srgbClr val="C9C2B6"/>
                </a:solidFill>
                <a:latin typeface="Instrument Sans"/>
                <a:ea typeface="Instrument Sans"/>
                <a:cs typeface="Instrument Sans"/>
              </a:rPr>
              <a:t>globalai.community</a:t>
            </a:r>
          </a:p>
        </p:txBody>
      </p:sp>
    </p:spTree>
    <p:extLst>
      <p:ext uri="{BB962C8B-B14F-4D97-AF65-F5344CB8AC3E}">
        <p14:creationId xmlns:p14="http://schemas.microsoft.com/office/powerpoint/2010/main" val="1431423664"/>
      </p:ext>
    </p:extLst>
  </p:cSld>
</p:sld>
</file>

<file path=ppt/slides/slide3.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72065157-2454-43CD-BF51-5055A30D8E6A}"/>
              </a:ext>
            </a:extLst>
          </p:cNvPr>
          <p:cNvPicPr>
            <a:picLocks xmlns:a="http://schemas.openxmlformats.org/drawingml/2006/main" noChangeAspect="1"/>
          </p:cNvPicPr>
          <p:nvPr/>
        </p:nvPicPr>
        <p:blipFill>
          <a:blip xmlns:r="http://schemas.openxmlformats.org/officeDocument/2006/relationships" xmlns:a="http://schemas.openxmlformats.org/drawingml/2006/main" r:embed="R030a012a91b248aa"/>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uiet content background">
            <a:extLst xmlns:a="http://schemas.openxmlformats.org/drawingml/2006/main">
              <a:ext uri="{FF2B5EF4-FFF2-40B4-BE49-F238E27FC236}">
                <a16:creationId xmlns:a16="http://schemas.microsoft.com/office/drawing/2014/main" id="{D12C98D9-DD31-45B4-A6C3-16D671B261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321">
              <a:alpha val="58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029FAB25-52C4-47E7-9FFC-3AA0FDB07816}"/>
              </a:ext>
            </a:extLst>
          </p:cNvPr>
          <p:cNvPicPr>
            <a:picLocks xmlns:a="http://schemas.openxmlformats.org/drawingml/2006/main" noChangeAspect="1"/>
          </p:cNvPicPr>
          <p:nvPr/>
        </p:nvPicPr>
        <p:blipFill>
          <a:blip xmlns:r="http://schemas.openxmlformats.org/officeDocument/2006/relationships" xmlns:a="http://schemas.openxmlformats.org/drawingml/2006/main" r:embed="Ra1157dfd0daf41dc"/>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4" name="Global AI Nights Berlin">
            <a:extLst xmlns:a="http://schemas.openxmlformats.org/drawingml/2006/main">
              <a:ext uri="{FF2B5EF4-FFF2-40B4-BE49-F238E27FC236}">
                <a16:creationId xmlns:a16="http://schemas.microsoft.com/office/drawing/2014/main" id="{339B322A-AD58-40F4-9760-36CF6842C3C7}"/>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5" name="03">
            <a:extLst xmlns:a="http://schemas.openxmlformats.org/drawingml/2006/main">
              <a:ext uri="{FF2B5EF4-FFF2-40B4-BE49-F238E27FC236}">
                <a16:creationId xmlns:a16="http://schemas.microsoft.com/office/drawing/2014/main" id="{074E5C2F-2F68-46B6-8643-E9D3B340F06C}"/>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03</a:t>
            </a:r>
          </a:p>
        </p:txBody>
      </p:sp>
      <p:sp>
        <p:nvSpPr>
          <p:cNvPr id="6" name="Agenda">
            <a:extLst xmlns:a="http://schemas.openxmlformats.org/drawingml/2006/main">
              <a:ext uri="{FF2B5EF4-FFF2-40B4-BE49-F238E27FC236}">
                <a16:creationId xmlns:a16="http://schemas.microsoft.com/office/drawing/2014/main" id="{74CDD967-FDB2-4DFF-916C-8AB328B9A499}"/>
              </a:ext>
            </a:extLst>
          </p:cNvPr>
          <p:cNvSpPr>
            <a:spLocks xmlns:a="http://schemas.openxmlformats.org/drawingml/2006/main" noGrp="1"/>
          </p:cNvSpPr>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Agenda</a:t>
            </a:r>
          </a:p>
        </p:txBody>
      </p:sp>
      <p:sp>
        <p:nvSpPr>
          <p:cNvPr id="7" name="01">
            <a:extLst xmlns:a="http://schemas.openxmlformats.org/drawingml/2006/main">
              <a:ext uri="{FF2B5EF4-FFF2-40B4-BE49-F238E27FC236}">
                <a16:creationId xmlns:a16="http://schemas.microsoft.com/office/drawing/2014/main" id="{B497B799-C34B-4E71-AB19-C379868FC5F9}"/>
              </a:ext>
            </a:extLst>
          </p:cNvPr>
          <p:cNvSpPr>
            <a:spLocks xmlns:a="http://schemas.openxmlformats.org/drawingml/2006/main" noGrp="1"/>
          </p:cNvSpPr>
          <p:nvPr/>
        </p:nvSpPr>
        <p:spPr>
          <a:xfrm xmlns:a="http://schemas.openxmlformats.org/drawingml/2006/main">
            <a:off x="609600" y="1990725"/>
            <a:ext cx="76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EF8D65"/>
                </a:solidFill>
                <a:latin typeface="Space Grotesk"/>
                <a:ea typeface="Space Grotesk"/>
                <a:cs typeface="Space Grotesk"/>
              </a:defRPr>
            </a:defPPr>
            <a:lvl1pPr>
              <a:defRPr sz="2550" b="1">
                <a:solidFill>
                  <a:srgbClr val="EF8D65"/>
                </a:solidFill>
                <a:latin typeface="Space Grotesk"/>
                <a:ea typeface="Space Grotesk"/>
                <a:cs typeface="Space Grotesk"/>
              </a:defRPr>
            </a:lvl1pPr>
            <a:lvl2pPr>
              <a:defRPr sz="2550" b="1">
                <a:solidFill>
                  <a:srgbClr val="EF8D65"/>
                </a:solidFill>
                <a:latin typeface="Space Grotesk"/>
                <a:ea typeface="Space Grotesk"/>
                <a:cs typeface="Space Grotesk"/>
              </a:defRPr>
            </a:lvl2pPr>
            <a:lvl3pPr>
              <a:defRPr sz="2550" b="1">
                <a:solidFill>
                  <a:srgbClr val="EF8D65"/>
                </a:solidFill>
                <a:latin typeface="Space Grotesk"/>
                <a:ea typeface="Space Grotesk"/>
                <a:cs typeface="Space Grotesk"/>
              </a:defRPr>
            </a:lvl3pPr>
            <a:lvl4pPr>
              <a:defRPr sz="2550" b="1">
                <a:solidFill>
                  <a:srgbClr val="EF8D65"/>
                </a:solidFill>
                <a:latin typeface="Space Grotesk"/>
                <a:ea typeface="Space Grotesk"/>
                <a:cs typeface="Space Grotesk"/>
              </a:defRPr>
            </a:lvl4pPr>
            <a:lvl5pPr>
              <a:defRPr sz="2550" b="1">
                <a:solidFill>
                  <a:srgbClr val="EF8D65"/>
                </a:solidFill>
                <a:latin typeface="Space Grotesk"/>
                <a:ea typeface="Space Grotesk"/>
                <a:cs typeface="Space Grotesk"/>
              </a:defRPr>
            </a:lvl5pPr>
            <a:lvl6pPr>
              <a:defRPr sz="2550" b="1">
                <a:solidFill>
                  <a:srgbClr val="EF8D65"/>
                </a:solidFill>
                <a:latin typeface="Space Grotesk"/>
                <a:ea typeface="Space Grotesk"/>
                <a:cs typeface="Space Grotesk"/>
              </a:defRPr>
            </a:lvl6pPr>
            <a:lvl7pPr>
              <a:defRPr sz="2550" b="1">
                <a:solidFill>
                  <a:srgbClr val="EF8D65"/>
                </a:solidFill>
                <a:latin typeface="Space Grotesk"/>
                <a:ea typeface="Space Grotesk"/>
                <a:cs typeface="Space Grotesk"/>
              </a:defRPr>
            </a:lvl7pPr>
            <a:lvl8pPr>
              <a:defRPr sz="2550" b="1">
                <a:solidFill>
                  <a:srgbClr val="EF8D65"/>
                </a:solidFill>
                <a:latin typeface="Space Grotesk"/>
                <a:ea typeface="Space Grotesk"/>
                <a:cs typeface="Space Grotesk"/>
              </a:defRPr>
            </a:lvl8pPr>
            <a:lvl9pPr>
              <a:defRPr sz="2550" b="1">
                <a:solidFill>
                  <a:srgbClr val="EF8D65"/>
                </a:solidFill>
                <a:latin typeface="Space Grotesk"/>
                <a:ea typeface="Space Grotesk"/>
                <a:cs typeface="Space Grotesk"/>
              </a:defRPr>
            </a:lvl9pPr>
          </a:lstStyle>
          <a:p xmlns:a="http://schemas.openxmlformats.org/drawingml/2006/main">
            <a:pPr>
              <a:defRPr sz="2550" b="1">
                <a:solidFill>
                  <a:srgbClr val="EF8D65"/>
                </a:solidFill>
                <a:latin typeface="Space Grotesk"/>
                <a:ea typeface="Space Grotesk"/>
                <a:cs typeface="Space Grotesk"/>
              </a:defRPr>
            </a:pPr>
            <a:r>
              <a:rPr sz="2550" b="1">
                <a:solidFill>
                  <a:srgbClr val="EF8D65"/>
                </a:solidFill>
                <a:latin typeface="Space Grotesk"/>
                <a:ea typeface="Space Grotesk"/>
                <a:cs typeface="Space Grotesk"/>
              </a:rPr>
              <a:t>01</a:t>
            </a:r>
          </a:p>
        </p:txBody>
      </p:sp>
      <p:sp>
        <p:nvSpPr>
          <p:cNvPr id="8" name="[The problem]">
            <a:extLst xmlns:a="http://schemas.openxmlformats.org/drawingml/2006/main">
              <a:ext uri="{FF2B5EF4-FFF2-40B4-BE49-F238E27FC236}">
                <a16:creationId xmlns:a16="http://schemas.microsoft.com/office/drawing/2014/main" id="{F7661E70-407E-4342-B6A5-80AA2CDE9F9E}"/>
              </a:ext>
            </a:extLst>
          </p:cNvPr>
          <p:cNvSpPr>
            <a:spLocks xmlns:a="http://schemas.openxmlformats.org/drawingml/2006/main" noGrp="1"/>
          </p:cNvSpPr>
          <p:nvPr/>
        </p:nvSpPr>
        <p:spPr>
          <a:xfrm xmlns:a="http://schemas.openxmlformats.org/drawingml/2006/main">
            <a:off x="1619250" y="1990725"/>
            <a:ext cx="7524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0">
                <a:solidFill>
                  <a:srgbClr val="F5F4EC"/>
                </a:solidFill>
                <a:latin typeface="Space Grotesk"/>
                <a:ea typeface="Space Grotesk"/>
                <a:cs typeface="Space Grotesk"/>
              </a:defRPr>
            </a:defPPr>
            <a:lvl1pPr>
              <a:defRPr sz="2475" b="0">
                <a:solidFill>
                  <a:srgbClr val="F5F4EC"/>
                </a:solidFill>
                <a:latin typeface="Space Grotesk"/>
                <a:ea typeface="Space Grotesk"/>
                <a:cs typeface="Space Grotesk"/>
              </a:defRPr>
            </a:lvl1pPr>
            <a:lvl2pPr>
              <a:defRPr sz="2475" b="0">
                <a:solidFill>
                  <a:srgbClr val="F5F4EC"/>
                </a:solidFill>
                <a:latin typeface="Space Grotesk"/>
                <a:ea typeface="Space Grotesk"/>
                <a:cs typeface="Space Grotesk"/>
              </a:defRPr>
            </a:lvl2pPr>
            <a:lvl3pPr>
              <a:defRPr sz="2475" b="0">
                <a:solidFill>
                  <a:srgbClr val="F5F4EC"/>
                </a:solidFill>
                <a:latin typeface="Space Grotesk"/>
                <a:ea typeface="Space Grotesk"/>
                <a:cs typeface="Space Grotesk"/>
              </a:defRPr>
            </a:lvl3pPr>
            <a:lvl4pPr>
              <a:defRPr sz="2475" b="0">
                <a:solidFill>
                  <a:srgbClr val="F5F4EC"/>
                </a:solidFill>
                <a:latin typeface="Space Grotesk"/>
                <a:ea typeface="Space Grotesk"/>
                <a:cs typeface="Space Grotesk"/>
              </a:defRPr>
            </a:lvl4pPr>
            <a:lvl5pPr>
              <a:defRPr sz="2475" b="0">
                <a:solidFill>
                  <a:srgbClr val="F5F4EC"/>
                </a:solidFill>
                <a:latin typeface="Space Grotesk"/>
                <a:ea typeface="Space Grotesk"/>
                <a:cs typeface="Space Grotesk"/>
              </a:defRPr>
            </a:lvl5pPr>
            <a:lvl6pPr>
              <a:defRPr sz="2475" b="0">
                <a:solidFill>
                  <a:srgbClr val="F5F4EC"/>
                </a:solidFill>
                <a:latin typeface="Space Grotesk"/>
                <a:ea typeface="Space Grotesk"/>
                <a:cs typeface="Space Grotesk"/>
              </a:defRPr>
            </a:lvl6pPr>
            <a:lvl7pPr>
              <a:defRPr sz="2475" b="0">
                <a:solidFill>
                  <a:srgbClr val="F5F4EC"/>
                </a:solidFill>
                <a:latin typeface="Space Grotesk"/>
                <a:ea typeface="Space Grotesk"/>
                <a:cs typeface="Space Grotesk"/>
              </a:defRPr>
            </a:lvl7pPr>
            <a:lvl8pPr>
              <a:defRPr sz="2475" b="0">
                <a:solidFill>
                  <a:srgbClr val="F5F4EC"/>
                </a:solidFill>
                <a:latin typeface="Space Grotesk"/>
                <a:ea typeface="Space Grotesk"/>
                <a:cs typeface="Space Grotesk"/>
              </a:defRPr>
            </a:lvl8pPr>
            <a:lvl9pPr>
              <a:defRPr sz="2475" b="0">
                <a:solidFill>
                  <a:srgbClr val="F5F4EC"/>
                </a:solidFill>
                <a:latin typeface="Space Grotesk"/>
                <a:ea typeface="Space Grotesk"/>
                <a:cs typeface="Space Grotesk"/>
              </a:defRPr>
            </a:lvl9pPr>
          </a:lstStyle>
          <a:p xmlns:a="http://schemas.openxmlformats.org/drawingml/2006/main">
            <a:pPr>
              <a:defRPr sz="2475" b="0">
                <a:solidFill>
                  <a:srgbClr val="F5F4EC"/>
                </a:solidFill>
                <a:latin typeface="Space Grotesk"/>
                <a:ea typeface="Space Grotesk"/>
                <a:cs typeface="Space Grotesk"/>
              </a:defRPr>
            </a:pPr>
            <a:r>
              <a:rPr sz="2475" b="0">
                <a:solidFill>
                  <a:srgbClr val="F5F4EC"/>
                </a:solidFill>
                <a:latin typeface="Space Grotesk"/>
                <a:ea typeface="Space Grotesk"/>
                <a:cs typeface="Space Grotesk"/>
              </a:rPr>
              <a:t>[The problem]</a:t>
            </a:r>
          </a:p>
        </p:txBody>
      </p:sp>
      <p:sp>
        <p:nvSpPr>
          <p:cNvPr id="9" name="[5 min]">
            <a:extLst xmlns:a="http://schemas.openxmlformats.org/drawingml/2006/main">
              <a:ext uri="{FF2B5EF4-FFF2-40B4-BE49-F238E27FC236}">
                <a16:creationId xmlns:a16="http://schemas.microsoft.com/office/drawing/2014/main" id="{CEFA1DDB-A408-4D4E-A239-38BBD7DCB123}"/>
              </a:ext>
            </a:extLst>
          </p:cNvPr>
          <p:cNvSpPr>
            <a:spLocks xmlns:a="http://schemas.openxmlformats.org/drawingml/2006/main" noGrp="1"/>
          </p:cNvSpPr>
          <p:nvPr/>
        </p:nvSpPr>
        <p:spPr>
          <a:xfrm xmlns:a="http://schemas.openxmlformats.org/drawingml/2006/main">
            <a:off x="10001250" y="20383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9C2B6"/>
                </a:solidFill>
                <a:latin typeface="Instrument Sans"/>
                <a:ea typeface="Instrument Sans"/>
                <a:cs typeface="Instrument Sans"/>
              </a:defRPr>
            </a:defPPr>
            <a:lvl1pPr>
              <a:defRPr sz="1800" b="0">
                <a:solidFill>
                  <a:srgbClr val="C9C2B6"/>
                </a:solidFill>
                <a:latin typeface="Instrument Sans"/>
                <a:ea typeface="Instrument Sans"/>
                <a:cs typeface="Instrument Sans"/>
              </a:defRPr>
            </a:lvl1pPr>
            <a:lvl2pPr>
              <a:defRPr sz="1800" b="0">
                <a:solidFill>
                  <a:srgbClr val="C9C2B6"/>
                </a:solidFill>
                <a:latin typeface="Instrument Sans"/>
                <a:ea typeface="Instrument Sans"/>
                <a:cs typeface="Instrument Sans"/>
              </a:defRPr>
            </a:lvl2pPr>
            <a:lvl3pPr>
              <a:defRPr sz="1800" b="0">
                <a:solidFill>
                  <a:srgbClr val="C9C2B6"/>
                </a:solidFill>
                <a:latin typeface="Instrument Sans"/>
                <a:ea typeface="Instrument Sans"/>
                <a:cs typeface="Instrument Sans"/>
              </a:defRPr>
            </a:lvl3pPr>
            <a:lvl4pPr>
              <a:defRPr sz="1800" b="0">
                <a:solidFill>
                  <a:srgbClr val="C9C2B6"/>
                </a:solidFill>
                <a:latin typeface="Instrument Sans"/>
                <a:ea typeface="Instrument Sans"/>
                <a:cs typeface="Instrument Sans"/>
              </a:defRPr>
            </a:lvl4pPr>
            <a:lvl5pPr>
              <a:defRPr sz="1800" b="0">
                <a:solidFill>
                  <a:srgbClr val="C9C2B6"/>
                </a:solidFill>
                <a:latin typeface="Instrument Sans"/>
                <a:ea typeface="Instrument Sans"/>
                <a:cs typeface="Instrument Sans"/>
              </a:defRPr>
            </a:lvl5pPr>
            <a:lvl6pPr>
              <a:defRPr sz="1800" b="0">
                <a:solidFill>
                  <a:srgbClr val="C9C2B6"/>
                </a:solidFill>
                <a:latin typeface="Instrument Sans"/>
                <a:ea typeface="Instrument Sans"/>
                <a:cs typeface="Instrument Sans"/>
              </a:defRPr>
            </a:lvl6pPr>
            <a:lvl7pPr>
              <a:defRPr sz="1800" b="0">
                <a:solidFill>
                  <a:srgbClr val="C9C2B6"/>
                </a:solidFill>
                <a:latin typeface="Instrument Sans"/>
                <a:ea typeface="Instrument Sans"/>
                <a:cs typeface="Instrument Sans"/>
              </a:defRPr>
            </a:lvl7pPr>
            <a:lvl8pPr>
              <a:defRPr sz="1800" b="0">
                <a:solidFill>
                  <a:srgbClr val="C9C2B6"/>
                </a:solidFill>
                <a:latin typeface="Instrument Sans"/>
                <a:ea typeface="Instrument Sans"/>
                <a:cs typeface="Instrument Sans"/>
              </a:defRPr>
            </a:lvl8pPr>
            <a:lvl9pPr>
              <a:defRPr sz="1800" b="0">
                <a:solidFill>
                  <a:srgbClr val="C9C2B6"/>
                </a:solidFill>
                <a:latin typeface="Instrument Sans"/>
                <a:ea typeface="Instrument Sans"/>
                <a:cs typeface="Instrument Sans"/>
              </a:defRPr>
            </a:lvl9pPr>
          </a:lstStyle>
          <a:p xmlns:a="http://schemas.openxmlformats.org/drawingml/2006/main">
            <a:pPr>
              <a:defRPr sz="1800" b="0">
                <a:solidFill>
                  <a:srgbClr val="C9C2B6"/>
                </a:solidFill>
                <a:latin typeface="Instrument Sans"/>
                <a:ea typeface="Instrument Sans"/>
                <a:cs typeface="Instrument Sans"/>
              </a:defRPr>
            </a:pPr>
            <a:r>
              <a:rPr sz="1800" b="0">
                <a:solidFill>
                  <a:srgbClr val="C9C2B6"/>
                </a:solidFill>
                <a:latin typeface="Instrument Sans"/>
                <a:ea typeface="Instrument Sans"/>
                <a:cs typeface="Instrument Sans"/>
              </a:rPr>
              <a:t>[5 min]</a:t>
            </a:r>
          </a:p>
        </p:txBody>
      </p:sp>
      <p:sp>
        <p:nvSpPr>
          <p:cNvPr id="10" name="02">
            <a:extLst xmlns:a="http://schemas.openxmlformats.org/drawingml/2006/main">
              <a:ext uri="{FF2B5EF4-FFF2-40B4-BE49-F238E27FC236}">
                <a16:creationId xmlns:a16="http://schemas.microsoft.com/office/drawing/2014/main" id="{4E0D97A7-C50D-4290-97B2-A17E564EF7A3}"/>
              </a:ext>
            </a:extLst>
          </p:cNvPr>
          <p:cNvSpPr>
            <a:spLocks xmlns:a="http://schemas.openxmlformats.org/drawingml/2006/main" noGrp="1"/>
          </p:cNvSpPr>
          <p:nvPr/>
        </p:nvSpPr>
        <p:spPr>
          <a:xfrm xmlns:a="http://schemas.openxmlformats.org/drawingml/2006/main">
            <a:off x="609600" y="2933700"/>
            <a:ext cx="76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EF8D65"/>
                </a:solidFill>
                <a:latin typeface="Space Grotesk"/>
                <a:ea typeface="Space Grotesk"/>
                <a:cs typeface="Space Grotesk"/>
              </a:defRPr>
            </a:defPPr>
            <a:lvl1pPr>
              <a:defRPr sz="2550" b="1">
                <a:solidFill>
                  <a:srgbClr val="EF8D65"/>
                </a:solidFill>
                <a:latin typeface="Space Grotesk"/>
                <a:ea typeface="Space Grotesk"/>
                <a:cs typeface="Space Grotesk"/>
              </a:defRPr>
            </a:lvl1pPr>
            <a:lvl2pPr>
              <a:defRPr sz="2550" b="1">
                <a:solidFill>
                  <a:srgbClr val="EF8D65"/>
                </a:solidFill>
                <a:latin typeface="Space Grotesk"/>
                <a:ea typeface="Space Grotesk"/>
                <a:cs typeface="Space Grotesk"/>
              </a:defRPr>
            </a:lvl2pPr>
            <a:lvl3pPr>
              <a:defRPr sz="2550" b="1">
                <a:solidFill>
                  <a:srgbClr val="EF8D65"/>
                </a:solidFill>
                <a:latin typeface="Space Grotesk"/>
                <a:ea typeface="Space Grotesk"/>
                <a:cs typeface="Space Grotesk"/>
              </a:defRPr>
            </a:lvl3pPr>
            <a:lvl4pPr>
              <a:defRPr sz="2550" b="1">
                <a:solidFill>
                  <a:srgbClr val="EF8D65"/>
                </a:solidFill>
                <a:latin typeface="Space Grotesk"/>
                <a:ea typeface="Space Grotesk"/>
                <a:cs typeface="Space Grotesk"/>
              </a:defRPr>
            </a:lvl4pPr>
            <a:lvl5pPr>
              <a:defRPr sz="2550" b="1">
                <a:solidFill>
                  <a:srgbClr val="EF8D65"/>
                </a:solidFill>
                <a:latin typeface="Space Grotesk"/>
                <a:ea typeface="Space Grotesk"/>
                <a:cs typeface="Space Grotesk"/>
              </a:defRPr>
            </a:lvl5pPr>
            <a:lvl6pPr>
              <a:defRPr sz="2550" b="1">
                <a:solidFill>
                  <a:srgbClr val="EF8D65"/>
                </a:solidFill>
                <a:latin typeface="Space Grotesk"/>
                <a:ea typeface="Space Grotesk"/>
                <a:cs typeface="Space Grotesk"/>
              </a:defRPr>
            </a:lvl6pPr>
            <a:lvl7pPr>
              <a:defRPr sz="2550" b="1">
                <a:solidFill>
                  <a:srgbClr val="EF8D65"/>
                </a:solidFill>
                <a:latin typeface="Space Grotesk"/>
                <a:ea typeface="Space Grotesk"/>
                <a:cs typeface="Space Grotesk"/>
              </a:defRPr>
            </a:lvl7pPr>
            <a:lvl8pPr>
              <a:defRPr sz="2550" b="1">
                <a:solidFill>
                  <a:srgbClr val="EF8D65"/>
                </a:solidFill>
                <a:latin typeface="Space Grotesk"/>
                <a:ea typeface="Space Grotesk"/>
                <a:cs typeface="Space Grotesk"/>
              </a:defRPr>
            </a:lvl8pPr>
            <a:lvl9pPr>
              <a:defRPr sz="2550" b="1">
                <a:solidFill>
                  <a:srgbClr val="EF8D65"/>
                </a:solidFill>
                <a:latin typeface="Space Grotesk"/>
                <a:ea typeface="Space Grotesk"/>
                <a:cs typeface="Space Grotesk"/>
              </a:defRPr>
            </a:lvl9pPr>
          </a:lstStyle>
          <a:p xmlns:a="http://schemas.openxmlformats.org/drawingml/2006/main">
            <a:pPr>
              <a:defRPr sz="2550" b="1">
                <a:solidFill>
                  <a:srgbClr val="EF8D65"/>
                </a:solidFill>
                <a:latin typeface="Space Grotesk"/>
                <a:ea typeface="Space Grotesk"/>
                <a:cs typeface="Space Grotesk"/>
              </a:defRPr>
            </a:pPr>
            <a:r>
              <a:rPr sz="2550" b="1">
                <a:solidFill>
                  <a:srgbClr val="EF8D65"/>
                </a:solidFill>
                <a:latin typeface="Space Grotesk"/>
                <a:ea typeface="Space Grotesk"/>
                <a:cs typeface="Space Grotesk"/>
              </a:rPr>
              <a:t>02</a:t>
            </a:r>
          </a:p>
        </p:txBody>
      </p:sp>
      <p:sp>
        <p:nvSpPr>
          <p:cNvPr id="11" name="[Core concepts]">
            <a:extLst xmlns:a="http://schemas.openxmlformats.org/drawingml/2006/main">
              <a:ext uri="{FF2B5EF4-FFF2-40B4-BE49-F238E27FC236}">
                <a16:creationId xmlns:a16="http://schemas.microsoft.com/office/drawing/2014/main" id="{73C78C39-FF73-4217-BF4D-80C81F9B9FC1}"/>
              </a:ext>
            </a:extLst>
          </p:cNvPr>
          <p:cNvSpPr>
            <a:spLocks xmlns:a="http://schemas.openxmlformats.org/drawingml/2006/main" noGrp="1"/>
          </p:cNvSpPr>
          <p:nvPr/>
        </p:nvSpPr>
        <p:spPr>
          <a:xfrm xmlns:a="http://schemas.openxmlformats.org/drawingml/2006/main">
            <a:off x="1619250" y="2933700"/>
            <a:ext cx="7524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0">
                <a:solidFill>
                  <a:srgbClr val="F5F4EC"/>
                </a:solidFill>
                <a:latin typeface="Space Grotesk"/>
                <a:ea typeface="Space Grotesk"/>
                <a:cs typeface="Space Grotesk"/>
              </a:defRPr>
            </a:defPPr>
            <a:lvl1pPr>
              <a:defRPr sz="2475" b="0">
                <a:solidFill>
                  <a:srgbClr val="F5F4EC"/>
                </a:solidFill>
                <a:latin typeface="Space Grotesk"/>
                <a:ea typeface="Space Grotesk"/>
                <a:cs typeface="Space Grotesk"/>
              </a:defRPr>
            </a:lvl1pPr>
            <a:lvl2pPr>
              <a:defRPr sz="2475" b="0">
                <a:solidFill>
                  <a:srgbClr val="F5F4EC"/>
                </a:solidFill>
                <a:latin typeface="Space Grotesk"/>
                <a:ea typeface="Space Grotesk"/>
                <a:cs typeface="Space Grotesk"/>
              </a:defRPr>
            </a:lvl2pPr>
            <a:lvl3pPr>
              <a:defRPr sz="2475" b="0">
                <a:solidFill>
                  <a:srgbClr val="F5F4EC"/>
                </a:solidFill>
                <a:latin typeface="Space Grotesk"/>
                <a:ea typeface="Space Grotesk"/>
                <a:cs typeface="Space Grotesk"/>
              </a:defRPr>
            </a:lvl3pPr>
            <a:lvl4pPr>
              <a:defRPr sz="2475" b="0">
                <a:solidFill>
                  <a:srgbClr val="F5F4EC"/>
                </a:solidFill>
                <a:latin typeface="Space Grotesk"/>
                <a:ea typeface="Space Grotesk"/>
                <a:cs typeface="Space Grotesk"/>
              </a:defRPr>
            </a:lvl4pPr>
            <a:lvl5pPr>
              <a:defRPr sz="2475" b="0">
                <a:solidFill>
                  <a:srgbClr val="F5F4EC"/>
                </a:solidFill>
                <a:latin typeface="Space Grotesk"/>
                <a:ea typeface="Space Grotesk"/>
                <a:cs typeface="Space Grotesk"/>
              </a:defRPr>
            </a:lvl5pPr>
            <a:lvl6pPr>
              <a:defRPr sz="2475" b="0">
                <a:solidFill>
                  <a:srgbClr val="F5F4EC"/>
                </a:solidFill>
                <a:latin typeface="Space Grotesk"/>
                <a:ea typeface="Space Grotesk"/>
                <a:cs typeface="Space Grotesk"/>
              </a:defRPr>
            </a:lvl6pPr>
            <a:lvl7pPr>
              <a:defRPr sz="2475" b="0">
                <a:solidFill>
                  <a:srgbClr val="F5F4EC"/>
                </a:solidFill>
                <a:latin typeface="Space Grotesk"/>
                <a:ea typeface="Space Grotesk"/>
                <a:cs typeface="Space Grotesk"/>
              </a:defRPr>
            </a:lvl7pPr>
            <a:lvl8pPr>
              <a:defRPr sz="2475" b="0">
                <a:solidFill>
                  <a:srgbClr val="F5F4EC"/>
                </a:solidFill>
                <a:latin typeface="Space Grotesk"/>
                <a:ea typeface="Space Grotesk"/>
                <a:cs typeface="Space Grotesk"/>
              </a:defRPr>
            </a:lvl8pPr>
            <a:lvl9pPr>
              <a:defRPr sz="2475" b="0">
                <a:solidFill>
                  <a:srgbClr val="F5F4EC"/>
                </a:solidFill>
                <a:latin typeface="Space Grotesk"/>
                <a:ea typeface="Space Grotesk"/>
                <a:cs typeface="Space Grotesk"/>
              </a:defRPr>
            </a:lvl9pPr>
          </a:lstStyle>
          <a:p xmlns:a="http://schemas.openxmlformats.org/drawingml/2006/main">
            <a:pPr>
              <a:defRPr sz="2475" b="0">
                <a:solidFill>
                  <a:srgbClr val="F5F4EC"/>
                </a:solidFill>
                <a:latin typeface="Space Grotesk"/>
                <a:ea typeface="Space Grotesk"/>
                <a:cs typeface="Space Grotesk"/>
              </a:defRPr>
            </a:pPr>
            <a:r>
              <a:rPr sz="2475" b="0">
                <a:solidFill>
                  <a:srgbClr val="F5F4EC"/>
                </a:solidFill>
                <a:latin typeface="Space Grotesk"/>
                <a:ea typeface="Space Grotesk"/>
                <a:cs typeface="Space Grotesk"/>
              </a:rPr>
              <a:t>[Core concepts]</a:t>
            </a:r>
          </a:p>
        </p:txBody>
      </p:sp>
      <p:sp>
        <p:nvSpPr>
          <p:cNvPr id="12" name="[10 min]">
            <a:extLst xmlns:a="http://schemas.openxmlformats.org/drawingml/2006/main">
              <a:ext uri="{FF2B5EF4-FFF2-40B4-BE49-F238E27FC236}">
                <a16:creationId xmlns:a16="http://schemas.microsoft.com/office/drawing/2014/main" id="{755CDB10-1239-4DD5-86EF-CCE3B1C9712E}"/>
              </a:ext>
            </a:extLst>
          </p:cNvPr>
          <p:cNvSpPr>
            <a:spLocks xmlns:a="http://schemas.openxmlformats.org/drawingml/2006/main" noGrp="1"/>
          </p:cNvSpPr>
          <p:nvPr/>
        </p:nvSpPr>
        <p:spPr>
          <a:xfrm xmlns:a="http://schemas.openxmlformats.org/drawingml/2006/main">
            <a:off x="10001250" y="298132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9C2B6"/>
                </a:solidFill>
                <a:latin typeface="Instrument Sans"/>
                <a:ea typeface="Instrument Sans"/>
                <a:cs typeface="Instrument Sans"/>
              </a:defRPr>
            </a:defPPr>
            <a:lvl1pPr>
              <a:defRPr sz="1800" b="0">
                <a:solidFill>
                  <a:srgbClr val="C9C2B6"/>
                </a:solidFill>
                <a:latin typeface="Instrument Sans"/>
                <a:ea typeface="Instrument Sans"/>
                <a:cs typeface="Instrument Sans"/>
              </a:defRPr>
            </a:lvl1pPr>
            <a:lvl2pPr>
              <a:defRPr sz="1800" b="0">
                <a:solidFill>
                  <a:srgbClr val="C9C2B6"/>
                </a:solidFill>
                <a:latin typeface="Instrument Sans"/>
                <a:ea typeface="Instrument Sans"/>
                <a:cs typeface="Instrument Sans"/>
              </a:defRPr>
            </a:lvl2pPr>
            <a:lvl3pPr>
              <a:defRPr sz="1800" b="0">
                <a:solidFill>
                  <a:srgbClr val="C9C2B6"/>
                </a:solidFill>
                <a:latin typeface="Instrument Sans"/>
                <a:ea typeface="Instrument Sans"/>
                <a:cs typeface="Instrument Sans"/>
              </a:defRPr>
            </a:lvl3pPr>
            <a:lvl4pPr>
              <a:defRPr sz="1800" b="0">
                <a:solidFill>
                  <a:srgbClr val="C9C2B6"/>
                </a:solidFill>
                <a:latin typeface="Instrument Sans"/>
                <a:ea typeface="Instrument Sans"/>
                <a:cs typeface="Instrument Sans"/>
              </a:defRPr>
            </a:lvl4pPr>
            <a:lvl5pPr>
              <a:defRPr sz="1800" b="0">
                <a:solidFill>
                  <a:srgbClr val="C9C2B6"/>
                </a:solidFill>
                <a:latin typeface="Instrument Sans"/>
                <a:ea typeface="Instrument Sans"/>
                <a:cs typeface="Instrument Sans"/>
              </a:defRPr>
            </a:lvl5pPr>
            <a:lvl6pPr>
              <a:defRPr sz="1800" b="0">
                <a:solidFill>
                  <a:srgbClr val="C9C2B6"/>
                </a:solidFill>
                <a:latin typeface="Instrument Sans"/>
                <a:ea typeface="Instrument Sans"/>
                <a:cs typeface="Instrument Sans"/>
              </a:defRPr>
            </a:lvl6pPr>
            <a:lvl7pPr>
              <a:defRPr sz="1800" b="0">
                <a:solidFill>
                  <a:srgbClr val="C9C2B6"/>
                </a:solidFill>
                <a:latin typeface="Instrument Sans"/>
                <a:ea typeface="Instrument Sans"/>
                <a:cs typeface="Instrument Sans"/>
              </a:defRPr>
            </a:lvl7pPr>
            <a:lvl8pPr>
              <a:defRPr sz="1800" b="0">
                <a:solidFill>
                  <a:srgbClr val="C9C2B6"/>
                </a:solidFill>
                <a:latin typeface="Instrument Sans"/>
                <a:ea typeface="Instrument Sans"/>
                <a:cs typeface="Instrument Sans"/>
              </a:defRPr>
            </a:lvl8pPr>
            <a:lvl9pPr>
              <a:defRPr sz="1800" b="0">
                <a:solidFill>
                  <a:srgbClr val="C9C2B6"/>
                </a:solidFill>
                <a:latin typeface="Instrument Sans"/>
                <a:ea typeface="Instrument Sans"/>
                <a:cs typeface="Instrument Sans"/>
              </a:defRPr>
            </a:lvl9pPr>
          </a:lstStyle>
          <a:p xmlns:a="http://schemas.openxmlformats.org/drawingml/2006/main">
            <a:pPr>
              <a:defRPr sz="1800" b="0">
                <a:solidFill>
                  <a:srgbClr val="C9C2B6"/>
                </a:solidFill>
                <a:latin typeface="Instrument Sans"/>
                <a:ea typeface="Instrument Sans"/>
                <a:cs typeface="Instrument Sans"/>
              </a:defRPr>
            </a:pPr>
            <a:r>
              <a:rPr sz="1800" b="0">
                <a:solidFill>
                  <a:srgbClr val="C9C2B6"/>
                </a:solidFill>
                <a:latin typeface="Instrument Sans"/>
                <a:ea typeface="Instrument Sans"/>
                <a:cs typeface="Instrument Sans"/>
              </a:rPr>
              <a:t>[10 min]</a:t>
            </a:r>
          </a:p>
        </p:txBody>
      </p:sp>
      <p:sp>
        <p:nvSpPr>
          <p:cNvPr id="13" name="03">
            <a:extLst xmlns:a="http://schemas.openxmlformats.org/drawingml/2006/main">
              <a:ext uri="{FF2B5EF4-FFF2-40B4-BE49-F238E27FC236}">
                <a16:creationId xmlns:a16="http://schemas.microsoft.com/office/drawing/2014/main" id="{58EE6525-CD09-44D7-A05C-8378E3CA91E0}"/>
              </a:ext>
            </a:extLst>
          </p:cNvPr>
          <p:cNvSpPr>
            <a:spLocks xmlns:a="http://schemas.openxmlformats.org/drawingml/2006/main" noGrp="1"/>
          </p:cNvSpPr>
          <p:nvPr/>
        </p:nvSpPr>
        <p:spPr>
          <a:xfrm xmlns:a="http://schemas.openxmlformats.org/drawingml/2006/main">
            <a:off x="609600" y="3876675"/>
            <a:ext cx="76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EF8D65"/>
                </a:solidFill>
                <a:latin typeface="Space Grotesk"/>
                <a:ea typeface="Space Grotesk"/>
                <a:cs typeface="Space Grotesk"/>
              </a:defRPr>
            </a:defPPr>
            <a:lvl1pPr>
              <a:defRPr sz="2550" b="1">
                <a:solidFill>
                  <a:srgbClr val="EF8D65"/>
                </a:solidFill>
                <a:latin typeface="Space Grotesk"/>
                <a:ea typeface="Space Grotesk"/>
                <a:cs typeface="Space Grotesk"/>
              </a:defRPr>
            </a:lvl1pPr>
            <a:lvl2pPr>
              <a:defRPr sz="2550" b="1">
                <a:solidFill>
                  <a:srgbClr val="EF8D65"/>
                </a:solidFill>
                <a:latin typeface="Space Grotesk"/>
                <a:ea typeface="Space Grotesk"/>
                <a:cs typeface="Space Grotesk"/>
              </a:defRPr>
            </a:lvl2pPr>
            <a:lvl3pPr>
              <a:defRPr sz="2550" b="1">
                <a:solidFill>
                  <a:srgbClr val="EF8D65"/>
                </a:solidFill>
                <a:latin typeface="Space Grotesk"/>
                <a:ea typeface="Space Grotesk"/>
                <a:cs typeface="Space Grotesk"/>
              </a:defRPr>
            </a:lvl3pPr>
            <a:lvl4pPr>
              <a:defRPr sz="2550" b="1">
                <a:solidFill>
                  <a:srgbClr val="EF8D65"/>
                </a:solidFill>
                <a:latin typeface="Space Grotesk"/>
                <a:ea typeface="Space Grotesk"/>
                <a:cs typeface="Space Grotesk"/>
              </a:defRPr>
            </a:lvl4pPr>
            <a:lvl5pPr>
              <a:defRPr sz="2550" b="1">
                <a:solidFill>
                  <a:srgbClr val="EF8D65"/>
                </a:solidFill>
                <a:latin typeface="Space Grotesk"/>
                <a:ea typeface="Space Grotesk"/>
                <a:cs typeface="Space Grotesk"/>
              </a:defRPr>
            </a:lvl5pPr>
            <a:lvl6pPr>
              <a:defRPr sz="2550" b="1">
                <a:solidFill>
                  <a:srgbClr val="EF8D65"/>
                </a:solidFill>
                <a:latin typeface="Space Grotesk"/>
                <a:ea typeface="Space Grotesk"/>
                <a:cs typeface="Space Grotesk"/>
              </a:defRPr>
            </a:lvl6pPr>
            <a:lvl7pPr>
              <a:defRPr sz="2550" b="1">
                <a:solidFill>
                  <a:srgbClr val="EF8D65"/>
                </a:solidFill>
                <a:latin typeface="Space Grotesk"/>
                <a:ea typeface="Space Grotesk"/>
                <a:cs typeface="Space Grotesk"/>
              </a:defRPr>
            </a:lvl7pPr>
            <a:lvl8pPr>
              <a:defRPr sz="2550" b="1">
                <a:solidFill>
                  <a:srgbClr val="EF8D65"/>
                </a:solidFill>
                <a:latin typeface="Space Grotesk"/>
                <a:ea typeface="Space Grotesk"/>
                <a:cs typeface="Space Grotesk"/>
              </a:defRPr>
            </a:lvl8pPr>
            <a:lvl9pPr>
              <a:defRPr sz="2550" b="1">
                <a:solidFill>
                  <a:srgbClr val="EF8D65"/>
                </a:solidFill>
                <a:latin typeface="Space Grotesk"/>
                <a:ea typeface="Space Grotesk"/>
                <a:cs typeface="Space Grotesk"/>
              </a:defRPr>
            </a:lvl9pPr>
          </a:lstStyle>
          <a:p xmlns:a="http://schemas.openxmlformats.org/drawingml/2006/main">
            <a:pPr>
              <a:defRPr sz="2550" b="1">
                <a:solidFill>
                  <a:srgbClr val="EF8D65"/>
                </a:solidFill>
                <a:latin typeface="Space Grotesk"/>
                <a:ea typeface="Space Grotesk"/>
                <a:cs typeface="Space Grotesk"/>
              </a:defRPr>
            </a:pPr>
            <a:r>
              <a:rPr sz="2550" b="1">
                <a:solidFill>
                  <a:srgbClr val="EF8D65"/>
                </a:solidFill>
                <a:latin typeface="Space Grotesk"/>
                <a:ea typeface="Space Grotesk"/>
                <a:cs typeface="Space Grotesk"/>
              </a:rPr>
              <a:t>03</a:t>
            </a:r>
          </a:p>
        </p:txBody>
      </p:sp>
      <p:sp>
        <p:nvSpPr>
          <p:cNvPr id="14" name="[Live demo or walkthrough]">
            <a:extLst xmlns:a="http://schemas.openxmlformats.org/drawingml/2006/main">
              <a:ext uri="{FF2B5EF4-FFF2-40B4-BE49-F238E27FC236}">
                <a16:creationId xmlns:a16="http://schemas.microsoft.com/office/drawing/2014/main" id="{8D8DF106-054D-4A5E-8ABC-F5B0500FA9B6}"/>
              </a:ext>
            </a:extLst>
          </p:cNvPr>
          <p:cNvSpPr>
            <a:spLocks xmlns:a="http://schemas.openxmlformats.org/drawingml/2006/main" noGrp="1"/>
          </p:cNvSpPr>
          <p:nvPr/>
        </p:nvSpPr>
        <p:spPr>
          <a:xfrm xmlns:a="http://schemas.openxmlformats.org/drawingml/2006/main">
            <a:off x="1619250" y="3876675"/>
            <a:ext cx="7524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0">
                <a:solidFill>
                  <a:srgbClr val="F5F4EC"/>
                </a:solidFill>
                <a:latin typeface="Space Grotesk"/>
                <a:ea typeface="Space Grotesk"/>
                <a:cs typeface="Space Grotesk"/>
              </a:defRPr>
            </a:defPPr>
            <a:lvl1pPr>
              <a:defRPr sz="2475" b="0">
                <a:solidFill>
                  <a:srgbClr val="F5F4EC"/>
                </a:solidFill>
                <a:latin typeface="Space Grotesk"/>
                <a:ea typeface="Space Grotesk"/>
                <a:cs typeface="Space Grotesk"/>
              </a:defRPr>
            </a:lvl1pPr>
            <a:lvl2pPr>
              <a:defRPr sz="2475" b="0">
                <a:solidFill>
                  <a:srgbClr val="F5F4EC"/>
                </a:solidFill>
                <a:latin typeface="Space Grotesk"/>
                <a:ea typeface="Space Grotesk"/>
                <a:cs typeface="Space Grotesk"/>
              </a:defRPr>
            </a:lvl2pPr>
            <a:lvl3pPr>
              <a:defRPr sz="2475" b="0">
                <a:solidFill>
                  <a:srgbClr val="F5F4EC"/>
                </a:solidFill>
                <a:latin typeface="Space Grotesk"/>
                <a:ea typeface="Space Grotesk"/>
                <a:cs typeface="Space Grotesk"/>
              </a:defRPr>
            </a:lvl3pPr>
            <a:lvl4pPr>
              <a:defRPr sz="2475" b="0">
                <a:solidFill>
                  <a:srgbClr val="F5F4EC"/>
                </a:solidFill>
                <a:latin typeface="Space Grotesk"/>
                <a:ea typeface="Space Grotesk"/>
                <a:cs typeface="Space Grotesk"/>
              </a:defRPr>
            </a:lvl4pPr>
            <a:lvl5pPr>
              <a:defRPr sz="2475" b="0">
                <a:solidFill>
                  <a:srgbClr val="F5F4EC"/>
                </a:solidFill>
                <a:latin typeface="Space Grotesk"/>
                <a:ea typeface="Space Grotesk"/>
                <a:cs typeface="Space Grotesk"/>
              </a:defRPr>
            </a:lvl5pPr>
            <a:lvl6pPr>
              <a:defRPr sz="2475" b="0">
                <a:solidFill>
                  <a:srgbClr val="F5F4EC"/>
                </a:solidFill>
                <a:latin typeface="Space Grotesk"/>
                <a:ea typeface="Space Grotesk"/>
                <a:cs typeface="Space Grotesk"/>
              </a:defRPr>
            </a:lvl6pPr>
            <a:lvl7pPr>
              <a:defRPr sz="2475" b="0">
                <a:solidFill>
                  <a:srgbClr val="F5F4EC"/>
                </a:solidFill>
                <a:latin typeface="Space Grotesk"/>
                <a:ea typeface="Space Grotesk"/>
                <a:cs typeface="Space Grotesk"/>
              </a:defRPr>
            </a:lvl7pPr>
            <a:lvl8pPr>
              <a:defRPr sz="2475" b="0">
                <a:solidFill>
                  <a:srgbClr val="F5F4EC"/>
                </a:solidFill>
                <a:latin typeface="Space Grotesk"/>
                <a:ea typeface="Space Grotesk"/>
                <a:cs typeface="Space Grotesk"/>
              </a:defRPr>
            </a:lvl8pPr>
            <a:lvl9pPr>
              <a:defRPr sz="2475" b="0">
                <a:solidFill>
                  <a:srgbClr val="F5F4EC"/>
                </a:solidFill>
                <a:latin typeface="Space Grotesk"/>
                <a:ea typeface="Space Grotesk"/>
                <a:cs typeface="Space Grotesk"/>
              </a:defRPr>
            </a:lvl9pPr>
          </a:lstStyle>
          <a:p xmlns:a="http://schemas.openxmlformats.org/drawingml/2006/main">
            <a:pPr>
              <a:defRPr sz="2475" b="0">
                <a:solidFill>
                  <a:srgbClr val="F5F4EC"/>
                </a:solidFill>
                <a:latin typeface="Space Grotesk"/>
                <a:ea typeface="Space Grotesk"/>
                <a:cs typeface="Space Grotesk"/>
              </a:defRPr>
            </a:pPr>
            <a:r>
              <a:rPr sz="2475" b="0">
                <a:solidFill>
                  <a:srgbClr val="F5F4EC"/>
                </a:solidFill>
                <a:latin typeface="Space Grotesk"/>
                <a:ea typeface="Space Grotesk"/>
                <a:cs typeface="Space Grotesk"/>
              </a:rPr>
              <a:t>[Live demo or walkthrough]</a:t>
            </a:r>
          </a:p>
        </p:txBody>
      </p:sp>
      <p:sp>
        <p:nvSpPr>
          <p:cNvPr id="15" name="[15 min]">
            <a:extLst xmlns:a="http://schemas.openxmlformats.org/drawingml/2006/main">
              <a:ext uri="{FF2B5EF4-FFF2-40B4-BE49-F238E27FC236}">
                <a16:creationId xmlns:a16="http://schemas.microsoft.com/office/drawing/2014/main" id="{9E2A7D20-CF34-4616-8805-943399CD7ACD}"/>
              </a:ext>
            </a:extLst>
          </p:cNvPr>
          <p:cNvSpPr>
            <a:spLocks xmlns:a="http://schemas.openxmlformats.org/drawingml/2006/main" noGrp="1"/>
          </p:cNvSpPr>
          <p:nvPr/>
        </p:nvSpPr>
        <p:spPr>
          <a:xfrm xmlns:a="http://schemas.openxmlformats.org/drawingml/2006/main">
            <a:off x="10001250" y="392430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9C2B6"/>
                </a:solidFill>
                <a:latin typeface="Instrument Sans"/>
                <a:ea typeface="Instrument Sans"/>
                <a:cs typeface="Instrument Sans"/>
              </a:defRPr>
            </a:defPPr>
            <a:lvl1pPr>
              <a:defRPr sz="1800" b="0">
                <a:solidFill>
                  <a:srgbClr val="C9C2B6"/>
                </a:solidFill>
                <a:latin typeface="Instrument Sans"/>
                <a:ea typeface="Instrument Sans"/>
                <a:cs typeface="Instrument Sans"/>
              </a:defRPr>
            </a:lvl1pPr>
            <a:lvl2pPr>
              <a:defRPr sz="1800" b="0">
                <a:solidFill>
                  <a:srgbClr val="C9C2B6"/>
                </a:solidFill>
                <a:latin typeface="Instrument Sans"/>
                <a:ea typeface="Instrument Sans"/>
                <a:cs typeface="Instrument Sans"/>
              </a:defRPr>
            </a:lvl2pPr>
            <a:lvl3pPr>
              <a:defRPr sz="1800" b="0">
                <a:solidFill>
                  <a:srgbClr val="C9C2B6"/>
                </a:solidFill>
                <a:latin typeface="Instrument Sans"/>
                <a:ea typeface="Instrument Sans"/>
                <a:cs typeface="Instrument Sans"/>
              </a:defRPr>
            </a:lvl3pPr>
            <a:lvl4pPr>
              <a:defRPr sz="1800" b="0">
                <a:solidFill>
                  <a:srgbClr val="C9C2B6"/>
                </a:solidFill>
                <a:latin typeface="Instrument Sans"/>
                <a:ea typeface="Instrument Sans"/>
                <a:cs typeface="Instrument Sans"/>
              </a:defRPr>
            </a:lvl4pPr>
            <a:lvl5pPr>
              <a:defRPr sz="1800" b="0">
                <a:solidFill>
                  <a:srgbClr val="C9C2B6"/>
                </a:solidFill>
                <a:latin typeface="Instrument Sans"/>
                <a:ea typeface="Instrument Sans"/>
                <a:cs typeface="Instrument Sans"/>
              </a:defRPr>
            </a:lvl5pPr>
            <a:lvl6pPr>
              <a:defRPr sz="1800" b="0">
                <a:solidFill>
                  <a:srgbClr val="C9C2B6"/>
                </a:solidFill>
                <a:latin typeface="Instrument Sans"/>
                <a:ea typeface="Instrument Sans"/>
                <a:cs typeface="Instrument Sans"/>
              </a:defRPr>
            </a:lvl6pPr>
            <a:lvl7pPr>
              <a:defRPr sz="1800" b="0">
                <a:solidFill>
                  <a:srgbClr val="C9C2B6"/>
                </a:solidFill>
                <a:latin typeface="Instrument Sans"/>
                <a:ea typeface="Instrument Sans"/>
                <a:cs typeface="Instrument Sans"/>
              </a:defRPr>
            </a:lvl7pPr>
            <a:lvl8pPr>
              <a:defRPr sz="1800" b="0">
                <a:solidFill>
                  <a:srgbClr val="C9C2B6"/>
                </a:solidFill>
                <a:latin typeface="Instrument Sans"/>
                <a:ea typeface="Instrument Sans"/>
                <a:cs typeface="Instrument Sans"/>
              </a:defRPr>
            </a:lvl8pPr>
            <a:lvl9pPr>
              <a:defRPr sz="1800" b="0">
                <a:solidFill>
                  <a:srgbClr val="C9C2B6"/>
                </a:solidFill>
                <a:latin typeface="Instrument Sans"/>
                <a:ea typeface="Instrument Sans"/>
                <a:cs typeface="Instrument Sans"/>
              </a:defRPr>
            </a:lvl9pPr>
          </a:lstStyle>
          <a:p xmlns:a="http://schemas.openxmlformats.org/drawingml/2006/main">
            <a:pPr>
              <a:defRPr sz="1800" b="0">
                <a:solidFill>
                  <a:srgbClr val="C9C2B6"/>
                </a:solidFill>
                <a:latin typeface="Instrument Sans"/>
                <a:ea typeface="Instrument Sans"/>
                <a:cs typeface="Instrument Sans"/>
              </a:defRPr>
            </a:pPr>
            <a:r>
              <a:rPr sz="1800" b="0">
                <a:solidFill>
                  <a:srgbClr val="C9C2B6"/>
                </a:solidFill>
                <a:latin typeface="Instrument Sans"/>
                <a:ea typeface="Instrument Sans"/>
                <a:cs typeface="Instrument Sans"/>
              </a:rPr>
              <a:t>[15 min]</a:t>
            </a:r>
          </a:p>
        </p:txBody>
      </p:sp>
      <p:sp>
        <p:nvSpPr>
          <p:cNvPr id="16" name="04">
            <a:extLst xmlns:a="http://schemas.openxmlformats.org/drawingml/2006/main">
              <a:ext uri="{FF2B5EF4-FFF2-40B4-BE49-F238E27FC236}">
                <a16:creationId xmlns:a16="http://schemas.microsoft.com/office/drawing/2014/main" id="{461E99CB-200E-4B99-9E54-075B5F1CD15A}"/>
              </a:ext>
            </a:extLst>
          </p:cNvPr>
          <p:cNvSpPr>
            <a:spLocks xmlns:a="http://schemas.openxmlformats.org/drawingml/2006/main" noGrp="1"/>
          </p:cNvSpPr>
          <p:nvPr/>
        </p:nvSpPr>
        <p:spPr>
          <a:xfrm xmlns:a="http://schemas.openxmlformats.org/drawingml/2006/main">
            <a:off x="609600" y="4819650"/>
            <a:ext cx="76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EF8D65"/>
                </a:solidFill>
                <a:latin typeface="Space Grotesk"/>
                <a:ea typeface="Space Grotesk"/>
                <a:cs typeface="Space Grotesk"/>
              </a:defRPr>
            </a:defPPr>
            <a:lvl1pPr>
              <a:defRPr sz="2550" b="1">
                <a:solidFill>
                  <a:srgbClr val="EF8D65"/>
                </a:solidFill>
                <a:latin typeface="Space Grotesk"/>
                <a:ea typeface="Space Grotesk"/>
                <a:cs typeface="Space Grotesk"/>
              </a:defRPr>
            </a:lvl1pPr>
            <a:lvl2pPr>
              <a:defRPr sz="2550" b="1">
                <a:solidFill>
                  <a:srgbClr val="EF8D65"/>
                </a:solidFill>
                <a:latin typeface="Space Grotesk"/>
                <a:ea typeface="Space Grotesk"/>
                <a:cs typeface="Space Grotesk"/>
              </a:defRPr>
            </a:lvl2pPr>
            <a:lvl3pPr>
              <a:defRPr sz="2550" b="1">
                <a:solidFill>
                  <a:srgbClr val="EF8D65"/>
                </a:solidFill>
                <a:latin typeface="Space Grotesk"/>
                <a:ea typeface="Space Grotesk"/>
                <a:cs typeface="Space Grotesk"/>
              </a:defRPr>
            </a:lvl3pPr>
            <a:lvl4pPr>
              <a:defRPr sz="2550" b="1">
                <a:solidFill>
                  <a:srgbClr val="EF8D65"/>
                </a:solidFill>
                <a:latin typeface="Space Grotesk"/>
                <a:ea typeface="Space Grotesk"/>
                <a:cs typeface="Space Grotesk"/>
              </a:defRPr>
            </a:lvl4pPr>
            <a:lvl5pPr>
              <a:defRPr sz="2550" b="1">
                <a:solidFill>
                  <a:srgbClr val="EF8D65"/>
                </a:solidFill>
                <a:latin typeface="Space Grotesk"/>
                <a:ea typeface="Space Grotesk"/>
                <a:cs typeface="Space Grotesk"/>
              </a:defRPr>
            </a:lvl5pPr>
            <a:lvl6pPr>
              <a:defRPr sz="2550" b="1">
                <a:solidFill>
                  <a:srgbClr val="EF8D65"/>
                </a:solidFill>
                <a:latin typeface="Space Grotesk"/>
                <a:ea typeface="Space Grotesk"/>
                <a:cs typeface="Space Grotesk"/>
              </a:defRPr>
            </a:lvl6pPr>
            <a:lvl7pPr>
              <a:defRPr sz="2550" b="1">
                <a:solidFill>
                  <a:srgbClr val="EF8D65"/>
                </a:solidFill>
                <a:latin typeface="Space Grotesk"/>
                <a:ea typeface="Space Grotesk"/>
                <a:cs typeface="Space Grotesk"/>
              </a:defRPr>
            </a:lvl7pPr>
            <a:lvl8pPr>
              <a:defRPr sz="2550" b="1">
                <a:solidFill>
                  <a:srgbClr val="EF8D65"/>
                </a:solidFill>
                <a:latin typeface="Space Grotesk"/>
                <a:ea typeface="Space Grotesk"/>
                <a:cs typeface="Space Grotesk"/>
              </a:defRPr>
            </a:lvl8pPr>
            <a:lvl9pPr>
              <a:defRPr sz="2550" b="1">
                <a:solidFill>
                  <a:srgbClr val="EF8D65"/>
                </a:solidFill>
                <a:latin typeface="Space Grotesk"/>
                <a:ea typeface="Space Grotesk"/>
                <a:cs typeface="Space Grotesk"/>
              </a:defRPr>
            </a:lvl9pPr>
          </a:lstStyle>
          <a:p xmlns:a="http://schemas.openxmlformats.org/drawingml/2006/main">
            <a:pPr>
              <a:defRPr sz="2550" b="1">
                <a:solidFill>
                  <a:srgbClr val="EF8D65"/>
                </a:solidFill>
                <a:latin typeface="Space Grotesk"/>
                <a:ea typeface="Space Grotesk"/>
                <a:cs typeface="Space Grotesk"/>
              </a:defRPr>
            </a:pPr>
            <a:r>
              <a:rPr sz="2550" b="1">
                <a:solidFill>
                  <a:srgbClr val="EF8D65"/>
                </a:solidFill>
                <a:latin typeface="Space Grotesk"/>
                <a:ea typeface="Space Grotesk"/>
                <a:cs typeface="Space Grotesk"/>
              </a:rPr>
              <a:t>04</a:t>
            </a:r>
          </a:p>
        </p:txBody>
      </p:sp>
      <p:sp>
        <p:nvSpPr>
          <p:cNvPr id="17" name="Questions and discussion">
            <a:extLst xmlns:a="http://schemas.openxmlformats.org/drawingml/2006/main">
              <a:ext uri="{FF2B5EF4-FFF2-40B4-BE49-F238E27FC236}">
                <a16:creationId xmlns:a16="http://schemas.microsoft.com/office/drawing/2014/main" id="{8868B94F-B506-423E-812A-ECE98A12FFA0}"/>
              </a:ext>
            </a:extLst>
          </p:cNvPr>
          <p:cNvSpPr>
            <a:spLocks xmlns:a="http://schemas.openxmlformats.org/drawingml/2006/main" noGrp="1"/>
          </p:cNvSpPr>
          <p:nvPr/>
        </p:nvSpPr>
        <p:spPr>
          <a:xfrm xmlns:a="http://schemas.openxmlformats.org/drawingml/2006/main">
            <a:off x="1619250" y="4819650"/>
            <a:ext cx="7524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0">
                <a:solidFill>
                  <a:srgbClr val="F5F4EC"/>
                </a:solidFill>
                <a:latin typeface="Space Grotesk"/>
                <a:ea typeface="Space Grotesk"/>
                <a:cs typeface="Space Grotesk"/>
              </a:defRPr>
            </a:defPPr>
            <a:lvl1pPr>
              <a:defRPr sz="2475" b="0">
                <a:solidFill>
                  <a:srgbClr val="F5F4EC"/>
                </a:solidFill>
                <a:latin typeface="Space Grotesk"/>
                <a:ea typeface="Space Grotesk"/>
                <a:cs typeface="Space Grotesk"/>
              </a:defRPr>
            </a:lvl1pPr>
            <a:lvl2pPr>
              <a:defRPr sz="2475" b="0">
                <a:solidFill>
                  <a:srgbClr val="F5F4EC"/>
                </a:solidFill>
                <a:latin typeface="Space Grotesk"/>
                <a:ea typeface="Space Grotesk"/>
                <a:cs typeface="Space Grotesk"/>
              </a:defRPr>
            </a:lvl2pPr>
            <a:lvl3pPr>
              <a:defRPr sz="2475" b="0">
                <a:solidFill>
                  <a:srgbClr val="F5F4EC"/>
                </a:solidFill>
                <a:latin typeface="Space Grotesk"/>
                <a:ea typeface="Space Grotesk"/>
                <a:cs typeface="Space Grotesk"/>
              </a:defRPr>
            </a:lvl3pPr>
            <a:lvl4pPr>
              <a:defRPr sz="2475" b="0">
                <a:solidFill>
                  <a:srgbClr val="F5F4EC"/>
                </a:solidFill>
                <a:latin typeface="Space Grotesk"/>
                <a:ea typeface="Space Grotesk"/>
                <a:cs typeface="Space Grotesk"/>
              </a:defRPr>
            </a:lvl4pPr>
            <a:lvl5pPr>
              <a:defRPr sz="2475" b="0">
                <a:solidFill>
                  <a:srgbClr val="F5F4EC"/>
                </a:solidFill>
                <a:latin typeface="Space Grotesk"/>
                <a:ea typeface="Space Grotesk"/>
                <a:cs typeface="Space Grotesk"/>
              </a:defRPr>
            </a:lvl5pPr>
            <a:lvl6pPr>
              <a:defRPr sz="2475" b="0">
                <a:solidFill>
                  <a:srgbClr val="F5F4EC"/>
                </a:solidFill>
                <a:latin typeface="Space Grotesk"/>
                <a:ea typeface="Space Grotesk"/>
                <a:cs typeface="Space Grotesk"/>
              </a:defRPr>
            </a:lvl6pPr>
            <a:lvl7pPr>
              <a:defRPr sz="2475" b="0">
                <a:solidFill>
                  <a:srgbClr val="F5F4EC"/>
                </a:solidFill>
                <a:latin typeface="Space Grotesk"/>
                <a:ea typeface="Space Grotesk"/>
                <a:cs typeface="Space Grotesk"/>
              </a:defRPr>
            </a:lvl7pPr>
            <a:lvl8pPr>
              <a:defRPr sz="2475" b="0">
                <a:solidFill>
                  <a:srgbClr val="F5F4EC"/>
                </a:solidFill>
                <a:latin typeface="Space Grotesk"/>
                <a:ea typeface="Space Grotesk"/>
                <a:cs typeface="Space Grotesk"/>
              </a:defRPr>
            </a:lvl8pPr>
            <a:lvl9pPr>
              <a:defRPr sz="2475" b="0">
                <a:solidFill>
                  <a:srgbClr val="F5F4EC"/>
                </a:solidFill>
                <a:latin typeface="Space Grotesk"/>
                <a:ea typeface="Space Grotesk"/>
                <a:cs typeface="Space Grotesk"/>
              </a:defRPr>
            </a:lvl9pPr>
          </a:lstStyle>
          <a:p xmlns:a="http://schemas.openxmlformats.org/drawingml/2006/main">
            <a:pPr>
              <a:defRPr sz="2475" b="0">
                <a:solidFill>
                  <a:srgbClr val="F5F4EC"/>
                </a:solidFill>
                <a:latin typeface="Space Grotesk"/>
                <a:ea typeface="Space Grotesk"/>
                <a:cs typeface="Space Grotesk"/>
              </a:defRPr>
            </a:pPr>
            <a:r>
              <a:rPr sz="2475" b="0">
                <a:solidFill>
                  <a:srgbClr val="F5F4EC"/>
                </a:solidFill>
                <a:latin typeface="Space Grotesk"/>
                <a:ea typeface="Space Grotesk"/>
                <a:cs typeface="Space Grotesk"/>
              </a:rPr>
              <a:t>Questions and discussion</a:t>
            </a:r>
          </a:p>
        </p:txBody>
      </p:sp>
      <p:sp>
        <p:nvSpPr>
          <p:cNvPr id="18" name="[10 min]">
            <a:extLst xmlns:a="http://schemas.openxmlformats.org/drawingml/2006/main">
              <a:ext uri="{FF2B5EF4-FFF2-40B4-BE49-F238E27FC236}">
                <a16:creationId xmlns:a16="http://schemas.microsoft.com/office/drawing/2014/main" id="{EEB0CB19-4748-4497-9312-2074A97E93B8}"/>
              </a:ext>
            </a:extLst>
          </p:cNvPr>
          <p:cNvSpPr>
            <a:spLocks xmlns:a="http://schemas.openxmlformats.org/drawingml/2006/main" noGrp="1"/>
          </p:cNvSpPr>
          <p:nvPr/>
        </p:nvSpPr>
        <p:spPr>
          <a:xfrm xmlns:a="http://schemas.openxmlformats.org/drawingml/2006/main">
            <a:off x="10001250" y="48672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9C2B6"/>
                </a:solidFill>
                <a:latin typeface="Instrument Sans"/>
                <a:ea typeface="Instrument Sans"/>
                <a:cs typeface="Instrument Sans"/>
              </a:defRPr>
            </a:defPPr>
            <a:lvl1pPr>
              <a:defRPr sz="1800" b="0">
                <a:solidFill>
                  <a:srgbClr val="C9C2B6"/>
                </a:solidFill>
                <a:latin typeface="Instrument Sans"/>
                <a:ea typeface="Instrument Sans"/>
                <a:cs typeface="Instrument Sans"/>
              </a:defRPr>
            </a:lvl1pPr>
            <a:lvl2pPr>
              <a:defRPr sz="1800" b="0">
                <a:solidFill>
                  <a:srgbClr val="C9C2B6"/>
                </a:solidFill>
                <a:latin typeface="Instrument Sans"/>
                <a:ea typeface="Instrument Sans"/>
                <a:cs typeface="Instrument Sans"/>
              </a:defRPr>
            </a:lvl2pPr>
            <a:lvl3pPr>
              <a:defRPr sz="1800" b="0">
                <a:solidFill>
                  <a:srgbClr val="C9C2B6"/>
                </a:solidFill>
                <a:latin typeface="Instrument Sans"/>
                <a:ea typeface="Instrument Sans"/>
                <a:cs typeface="Instrument Sans"/>
              </a:defRPr>
            </a:lvl3pPr>
            <a:lvl4pPr>
              <a:defRPr sz="1800" b="0">
                <a:solidFill>
                  <a:srgbClr val="C9C2B6"/>
                </a:solidFill>
                <a:latin typeface="Instrument Sans"/>
                <a:ea typeface="Instrument Sans"/>
                <a:cs typeface="Instrument Sans"/>
              </a:defRPr>
            </a:lvl4pPr>
            <a:lvl5pPr>
              <a:defRPr sz="1800" b="0">
                <a:solidFill>
                  <a:srgbClr val="C9C2B6"/>
                </a:solidFill>
                <a:latin typeface="Instrument Sans"/>
                <a:ea typeface="Instrument Sans"/>
                <a:cs typeface="Instrument Sans"/>
              </a:defRPr>
            </a:lvl5pPr>
            <a:lvl6pPr>
              <a:defRPr sz="1800" b="0">
                <a:solidFill>
                  <a:srgbClr val="C9C2B6"/>
                </a:solidFill>
                <a:latin typeface="Instrument Sans"/>
                <a:ea typeface="Instrument Sans"/>
                <a:cs typeface="Instrument Sans"/>
              </a:defRPr>
            </a:lvl6pPr>
            <a:lvl7pPr>
              <a:defRPr sz="1800" b="0">
                <a:solidFill>
                  <a:srgbClr val="C9C2B6"/>
                </a:solidFill>
                <a:latin typeface="Instrument Sans"/>
                <a:ea typeface="Instrument Sans"/>
                <a:cs typeface="Instrument Sans"/>
              </a:defRPr>
            </a:lvl7pPr>
            <a:lvl8pPr>
              <a:defRPr sz="1800" b="0">
                <a:solidFill>
                  <a:srgbClr val="C9C2B6"/>
                </a:solidFill>
                <a:latin typeface="Instrument Sans"/>
                <a:ea typeface="Instrument Sans"/>
                <a:cs typeface="Instrument Sans"/>
              </a:defRPr>
            </a:lvl8pPr>
            <a:lvl9pPr>
              <a:defRPr sz="1800" b="0">
                <a:solidFill>
                  <a:srgbClr val="C9C2B6"/>
                </a:solidFill>
                <a:latin typeface="Instrument Sans"/>
                <a:ea typeface="Instrument Sans"/>
                <a:cs typeface="Instrument Sans"/>
              </a:defRPr>
            </a:lvl9pPr>
          </a:lstStyle>
          <a:p xmlns:a="http://schemas.openxmlformats.org/drawingml/2006/main">
            <a:pPr>
              <a:defRPr sz="1800" b="0">
                <a:solidFill>
                  <a:srgbClr val="C9C2B6"/>
                </a:solidFill>
                <a:latin typeface="Instrument Sans"/>
                <a:ea typeface="Instrument Sans"/>
                <a:cs typeface="Instrument Sans"/>
              </a:defRPr>
            </a:pPr>
            <a:r>
              <a:rPr sz="1800" b="0">
                <a:solidFill>
                  <a:srgbClr val="C9C2B6"/>
                </a:solidFill>
                <a:latin typeface="Instrument Sans"/>
                <a:ea typeface="Instrument Sans"/>
                <a:cs typeface="Instrument Sans"/>
              </a:rPr>
              <a:t>[10 min]</a:t>
            </a:r>
          </a:p>
        </p:txBody>
      </p:sp>
    </p:spTree>
    <p:extLst>
      <p:ext uri="{BB962C8B-B14F-4D97-AF65-F5344CB8AC3E}">
        <p14:creationId xmlns:p14="http://schemas.microsoft.com/office/powerpoint/2010/main" val="1301137355"/>
      </p:ext>
    </p:extLst>
  </p:cSld>
</p:sld>
</file>

<file path=ppt/slides/slide4.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3C5BC6E-8BE4-4DC2-B1E0-A82B39909557}"/>
              </a:ext>
            </a:extLst>
          </p:cNvPr>
          <p:cNvPicPr>
            <a:picLocks xmlns:a="http://schemas.openxmlformats.org/drawingml/2006/main" noChangeAspect="1"/>
          </p:cNvPicPr>
          <p:nvPr/>
        </p:nvPicPr>
        <p:blipFill>
          <a:blip xmlns:r="http://schemas.openxmlformats.org/officeDocument/2006/relationships" xmlns:a="http://schemas.openxmlformats.org/drawingml/2006/main" r:embed="R68e056c346fd481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93772AFE-54F5-4A6A-988C-471B9B7EBD09}"/>
              </a:ext>
            </a:extLst>
          </p:cNvPr>
          <p:cNvSpPr>
            <a:spLocks xmlns:a="http://schemas.openxmlformats.org/drawingml/2006/main" noGrp="1"/>
          </p:cNvSpPr>
          <p:nvPr/>
        </p:nvSpPr>
        <p:spPr>
          <a:xfrm xmlns:a="http://schemas.openxmlformats.org/drawingml/2006/main">
            <a:off x="609600" y="116205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1">
                <a:solidFill>
                  <a:srgbClr val="EF8D65"/>
                </a:solidFill>
                <a:latin typeface="Space Grotesk"/>
                <a:ea typeface="Space Grotesk"/>
                <a:cs typeface="Space Grotesk"/>
              </a:defRPr>
            </a:defPPr>
            <a:lvl1pPr>
              <a:defRPr sz="1275" b="1">
                <a:solidFill>
                  <a:srgbClr val="EF8D65"/>
                </a:solidFill>
                <a:latin typeface="Space Grotesk"/>
                <a:ea typeface="Space Grotesk"/>
                <a:cs typeface="Space Grotesk"/>
              </a:defRPr>
            </a:lvl1pPr>
            <a:lvl2pPr>
              <a:defRPr sz="1275" b="1">
                <a:solidFill>
                  <a:srgbClr val="EF8D65"/>
                </a:solidFill>
                <a:latin typeface="Space Grotesk"/>
                <a:ea typeface="Space Grotesk"/>
                <a:cs typeface="Space Grotesk"/>
              </a:defRPr>
            </a:lvl2pPr>
            <a:lvl3pPr>
              <a:defRPr sz="1275" b="1">
                <a:solidFill>
                  <a:srgbClr val="EF8D65"/>
                </a:solidFill>
                <a:latin typeface="Space Grotesk"/>
                <a:ea typeface="Space Grotesk"/>
                <a:cs typeface="Space Grotesk"/>
              </a:defRPr>
            </a:lvl3pPr>
            <a:lvl4pPr>
              <a:defRPr sz="1275" b="1">
                <a:solidFill>
                  <a:srgbClr val="EF8D65"/>
                </a:solidFill>
                <a:latin typeface="Space Grotesk"/>
                <a:ea typeface="Space Grotesk"/>
                <a:cs typeface="Space Grotesk"/>
              </a:defRPr>
            </a:lvl4pPr>
            <a:lvl5pPr>
              <a:defRPr sz="1275" b="1">
                <a:solidFill>
                  <a:srgbClr val="EF8D65"/>
                </a:solidFill>
                <a:latin typeface="Space Grotesk"/>
                <a:ea typeface="Space Grotesk"/>
                <a:cs typeface="Space Grotesk"/>
              </a:defRPr>
            </a:lvl5pPr>
            <a:lvl6pPr>
              <a:defRPr sz="1275" b="1">
                <a:solidFill>
                  <a:srgbClr val="EF8D65"/>
                </a:solidFill>
                <a:latin typeface="Space Grotesk"/>
                <a:ea typeface="Space Grotesk"/>
                <a:cs typeface="Space Grotesk"/>
              </a:defRPr>
            </a:lvl6pPr>
            <a:lvl7pPr>
              <a:defRPr sz="1275" b="1">
                <a:solidFill>
                  <a:srgbClr val="EF8D65"/>
                </a:solidFill>
                <a:latin typeface="Space Grotesk"/>
                <a:ea typeface="Space Grotesk"/>
                <a:cs typeface="Space Grotesk"/>
              </a:defRPr>
            </a:lvl7pPr>
            <a:lvl8pPr>
              <a:defRPr sz="1275" b="1">
                <a:solidFill>
                  <a:srgbClr val="EF8D65"/>
                </a:solidFill>
                <a:latin typeface="Space Grotesk"/>
                <a:ea typeface="Space Grotesk"/>
                <a:cs typeface="Space Grotesk"/>
              </a:defRPr>
            </a:lvl8pPr>
            <a:lvl9pPr>
              <a:defRPr sz="1275" b="1">
                <a:solidFill>
                  <a:srgbClr val="EF8D65"/>
                </a:solidFill>
                <a:latin typeface="Space Grotesk"/>
                <a:ea typeface="Space Grotesk"/>
                <a:cs typeface="Space Grotesk"/>
              </a:defRPr>
            </a:lvl9pPr>
          </a:lstStyle>
          <a:p xmlns:a="http://schemas.openxmlformats.org/drawingml/2006/main">
            <a:pPr>
              <a:defRPr sz="1275" b="1">
                <a:solidFill>
                  <a:srgbClr val="EF8D65"/>
                </a:solidFill>
                <a:latin typeface="Space Grotesk"/>
                <a:ea typeface="Space Grotesk"/>
                <a:cs typeface="Space Grotesk"/>
              </a:defRPr>
            </a:pPr>
            <a:r>
              <a:rPr sz="1275" b="1">
                <a:solidFill>
                  <a:srgbClr val="EF8D65"/>
                </a:solidFill>
                <a:latin typeface="Space Grotesk"/>
                <a:ea typeface="Space Grotesk"/>
                <a:cs typeface="Space Grotesk"/>
              </a:rPr>
              <a:t>SECTION</a:t>
            </a:r>
          </a:p>
        </p:txBody>
      </p:sp>
      <p:sp>
        <p:nvSpPr>
          <p:cNvPr id="3" name="[01]">
            <a:extLst xmlns:a="http://schemas.openxmlformats.org/drawingml/2006/main">
              <a:ext uri="{FF2B5EF4-FFF2-40B4-BE49-F238E27FC236}">
                <a16:creationId xmlns:a16="http://schemas.microsoft.com/office/drawing/2014/main" id="{52904B75-A4DF-4D55-93FA-E66768926C9F}"/>
              </a:ext>
            </a:extLst>
          </p:cNvPr>
          <p:cNvSpPr>
            <a:spLocks xmlns:a="http://schemas.openxmlformats.org/drawingml/2006/main" noGrp="1"/>
          </p:cNvSpPr>
          <p:nvPr/>
        </p:nvSpPr>
        <p:spPr>
          <a:xfrm xmlns:a="http://schemas.openxmlformats.org/drawingml/2006/main">
            <a:off x="8286750" y="1762125"/>
            <a:ext cx="3429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0" b="1">
                <a:solidFill>
                  <a:srgbClr val="B18064"/>
                </a:solidFill>
                <a:latin typeface="Space Grotesk"/>
                <a:ea typeface="Space Grotesk"/>
                <a:cs typeface="Space Grotesk"/>
              </a:defRPr>
            </a:defPPr>
            <a:lvl1pPr>
              <a:defRPr sz="13500" b="1">
                <a:solidFill>
                  <a:srgbClr val="B18064"/>
                </a:solidFill>
                <a:latin typeface="Space Grotesk"/>
                <a:ea typeface="Space Grotesk"/>
                <a:cs typeface="Space Grotesk"/>
              </a:defRPr>
            </a:lvl1pPr>
            <a:lvl2pPr>
              <a:defRPr sz="13500" b="1">
                <a:solidFill>
                  <a:srgbClr val="B18064"/>
                </a:solidFill>
                <a:latin typeface="Space Grotesk"/>
                <a:ea typeface="Space Grotesk"/>
                <a:cs typeface="Space Grotesk"/>
              </a:defRPr>
            </a:lvl2pPr>
            <a:lvl3pPr>
              <a:defRPr sz="13500" b="1">
                <a:solidFill>
                  <a:srgbClr val="B18064"/>
                </a:solidFill>
                <a:latin typeface="Space Grotesk"/>
                <a:ea typeface="Space Grotesk"/>
                <a:cs typeface="Space Grotesk"/>
              </a:defRPr>
            </a:lvl3pPr>
            <a:lvl4pPr>
              <a:defRPr sz="13500" b="1">
                <a:solidFill>
                  <a:srgbClr val="B18064"/>
                </a:solidFill>
                <a:latin typeface="Space Grotesk"/>
                <a:ea typeface="Space Grotesk"/>
                <a:cs typeface="Space Grotesk"/>
              </a:defRPr>
            </a:lvl4pPr>
            <a:lvl5pPr>
              <a:defRPr sz="13500" b="1">
                <a:solidFill>
                  <a:srgbClr val="B18064"/>
                </a:solidFill>
                <a:latin typeface="Space Grotesk"/>
                <a:ea typeface="Space Grotesk"/>
                <a:cs typeface="Space Grotesk"/>
              </a:defRPr>
            </a:lvl5pPr>
            <a:lvl6pPr>
              <a:defRPr sz="13500" b="1">
                <a:solidFill>
                  <a:srgbClr val="B18064"/>
                </a:solidFill>
                <a:latin typeface="Space Grotesk"/>
                <a:ea typeface="Space Grotesk"/>
                <a:cs typeface="Space Grotesk"/>
              </a:defRPr>
            </a:lvl6pPr>
            <a:lvl7pPr>
              <a:defRPr sz="13500" b="1">
                <a:solidFill>
                  <a:srgbClr val="B18064"/>
                </a:solidFill>
                <a:latin typeface="Space Grotesk"/>
                <a:ea typeface="Space Grotesk"/>
                <a:cs typeface="Space Grotesk"/>
              </a:defRPr>
            </a:lvl7pPr>
            <a:lvl8pPr>
              <a:defRPr sz="13500" b="1">
                <a:solidFill>
                  <a:srgbClr val="B18064"/>
                </a:solidFill>
                <a:latin typeface="Space Grotesk"/>
                <a:ea typeface="Space Grotesk"/>
                <a:cs typeface="Space Grotesk"/>
              </a:defRPr>
            </a:lvl8pPr>
            <a:lvl9pPr>
              <a:defRPr sz="13500" b="1">
                <a:solidFill>
                  <a:srgbClr val="B18064"/>
                </a:solidFill>
                <a:latin typeface="Space Grotesk"/>
                <a:ea typeface="Space Grotesk"/>
                <a:cs typeface="Space Grotesk"/>
              </a:defRPr>
            </a:lvl9pPr>
          </a:lstStyle>
          <a:p xmlns:a="http://schemas.openxmlformats.org/drawingml/2006/main">
            <a:pPr>
              <a:defRPr sz="13500" b="1">
                <a:solidFill>
                  <a:srgbClr val="B18064"/>
                </a:solidFill>
                <a:latin typeface="Space Grotesk"/>
                <a:ea typeface="Space Grotesk"/>
                <a:cs typeface="Space Grotesk"/>
              </a:defRPr>
            </a:pPr>
            <a:r>
              <a:rPr sz="13500" b="1">
                <a:solidFill>
                  <a:srgbClr val="B18064"/>
                </a:solidFill>
                <a:latin typeface="Space Grotesk"/>
                <a:ea typeface="Space Grotesk"/>
                <a:cs typeface="Space Grotesk"/>
              </a:rPr>
              <a:t>[01]</a:t>
            </a:r>
          </a:p>
        </p:txBody>
      </p:sp>
      <p:sp>
        <p:nvSpPr>
          <p:cNvPr id="4" name="[Section title]">
            <a:extLst xmlns:a="http://schemas.openxmlformats.org/drawingml/2006/main">
              <a:ext uri="{FF2B5EF4-FFF2-40B4-BE49-F238E27FC236}">
                <a16:creationId xmlns:a16="http://schemas.microsoft.com/office/drawing/2014/main" id="{FACBA3FA-F6BD-4D50-89CD-E23B081D1436}"/>
              </a:ext>
            </a:extLst>
          </p:cNvPr>
          <p:cNvSpPr>
            <a:spLocks xmlns:a="http://schemas.openxmlformats.org/drawingml/2006/main" noGrp="1"/>
          </p:cNvSpPr>
          <p:nvPr/>
        </p:nvSpPr>
        <p:spPr>
          <a:xfrm xmlns:a="http://schemas.openxmlformats.org/drawingml/2006/main">
            <a:off x="571500" y="2495550"/>
            <a:ext cx="77628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400" b="1">
                <a:solidFill>
                  <a:srgbClr val="F5F4EC"/>
                </a:solidFill>
                <a:latin typeface="Space Grotesk"/>
                <a:ea typeface="Space Grotesk"/>
                <a:cs typeface="Space Grotesk"/>
              </a:defRPr>
            </a:defPPr>
            <a:lvl1pPr>
              <a:defRPr sz="5400" b="1">
                <a:solidFill>
                  <a:srgbClr val="F5F4EC"/>
                </a:solidFill>
                <a:latin typeface="Space Grotesk"/>
                <a:ea typeface="Space Grotesk"/>
                <a:cs typeface="Space Grotesk"/>
              </a:defRPr>
            </a:lvl1pPr>
            <a:lvl2pPr>
              <a:defRPr sz="5400" b="1">
                <a:solidFill>
                  <a:srgbClr val="F5F4EC"/>
                </a:solidFill>
                <a:latin typeface="Space Grotesk"/>
                <a:ea typeface="Space Grotesk"/>
                <a:cs typeface="Space Grotesk"/>
              </a:defRPr>
            </a:lvl2pPr>
            <a:lvl3pPr>
              <a:defRPr sz="5400" b="1">
                <a:solidFill>
                  <a:srgbClr val="F5F4EC"/>
                </a:solidFill>
                <a:latin typeface="Space Grotesk"/>
                <a:ea typeface="Space Grotesk"/>
                <a:cs typeface="Space Grotesk"/>
              </a:defRPr>
            </a:lvl3pPr>
            <a:lvl4pPr>
              <a:defRPr sz="5400" b="1">
                <a:solidFill>
                  <a:srgbClr val="F5F4EC"/>
                </a:solidFill>
                <a:latin typeface="Space Grotesk"/>
                <a:ea typeface="Space Grotesk"/>
                <a:cs typeface="Space Grotesk"/>
              </a:defRPr>
            </a:lvl4pPr>
            <a:lvl5pPr>
              <a:defRPr sz="5400" b="1">
                <a:solidFill>
                  <a:srgbClr val="F5F4EC"/>
                </a:solidFill>
                <a:latin typeface="Space Grotesk"/>
                <a:ea typeface="Space Grotesk"/>
                <a:cs typeface="Space Grotesk"/>
              </a:defRPr>
            </a:lvl5pPr>
            <a:lvl6pPr>
              <a:defRPr sz="5400" b="1">
                <a:solidFill>
                  <a:srgbClr val="F5F4EC"/>
                </a:solidFill>
                <a:latin typeface="Space Grotesk"/>
                <a:ea typeface="Space Grotesk"/>
                <a:cs typeface="Space Grotesk"/>
              </a:defRPr>
            </a:lvl6pPr>
            <a:lvl7pPr>
              <a:defRPr sz="5400" b="1">
                <a:solidFill>
                  <a:srgbClr val="F5F4EC"/>
                </a:solidFill>
                <a:latin typeface="Space Grotesk"/>
                <a:ea typeface="Space Grotesk"/>
                <a:cs typeface="Space Grotesk"/>
              </a:defRPr>
            </a:lvl7pPr>
            <a:lvl8pPr>
              <a:defRPr sz="5400" b="1">
                <a:solidFill>
                  <a:srgbClr val="F5F4EC"/>
                </a:solidFill>
                <a:latin typeface="Space Grotesk"/>
                <a:ea typeface="Space Grotesk"/>
                <a:cs typeface="Space Grotesk"/>
              </a:defRPr>
            </a:lvl8pPr>
            <a:lvl9pPr>
              <a:defRPr sz="5400" b="1">
                <a:solidFill>
                  <a:srgbClr val="F5F4EC"/>
                </a:solidFill>
                <a:latin typeface="Space Grotesk"/>
                <a:ea typeface="Space Grotesk"/>
                <a:cs typeface="Space Grotesk"/>
              </a:defRPr>
            </a:lvl9pPr>
          </a:lstStyle>
          <a:p xmlns:a="http://schemas.openxmlformats.org/drawingml/2006/main">
            <a:pPr>
              <a:defRPr sz="5400" b="1">
                <a:solidFill>
                  <a:srgbClr val="F5F4EC"/>
                </a:solidFill>
                <a:latin typeface="Space Grotesk"/>
                <a:ea typeface="Space Grotesk"/>
                <a:cs typeface="Space Grotesk"/>
              </a:defRPr>
            </a:pPr>
            <a:r>
              <a:rPr sz="5400" b="1">
                <a:solidFill>
                  <a:srgbClr val="F5F4EC"/>
                </a:solidFill>
                <a:latin typeface="Space Grotesk"/>
                <a:ea typeface="Space Grotesk"/>
                <a:cs typeface="Space Grotesk"/>
              </a:rPr>
              <a:t>[Section title]</a:t>
            </a:r>
          </a:p>
        </p:txBody>
      </p:sp>
      <p:sp>
        <p:nvSpPr>
          <p:cNvPr id="5" name="[One sentence to introduce this section]">
            <a:extLst xmlns:a="http://schemas.openxmlformats.org/drawingml/2006/main">
              <a:ext uri="{FF2B5EF4-FFF2-40B4-BE49-F238E27FC236}">
                <a16:creationId xmlns:a16="http://schemas.microsoft.com/office/drawing/2014/main" id="{8C3F774A-B06F-43F0-A6FF-5DA1AD82247F}"/>
              </a:ext>
            </a:extLst>
          </p:cNvPr>
          <p:cNvSpPr>
            <a:spLocks xmlns:a="http://schemas.openxmlformats.org/drawingml/2006/main" noGrp="1"/>
          </p:cNvSpPr>
          <p:nvPr/>
        </p:nvSpPr>
        <p:spPr>
          <a:xfrm xmlns:a="http://schemas.openxmlformats.org/drawingml/2006/main">
            <a:off x="609600" y="4105275"/>
            <a:ext cx="695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C9C2B6"/>
                </a:solidFill>
                <a:latin typeface="Instrument Sans"/>
                <a:ea typeface="Instrument Sans"/>
                <a:cs typeface="Instrument Sans"/>
              </a:defRPr>
            </a:defPPr>
            <a:lvl1pPr>
              <a:defRPr sz="2250" b="0">
                <a:solidFill>
                  <a:srgbClr val="C9C2B6"/>
                </a:solidFill>
                <a:latin typeface="Instrument Sans"/>
                <a:ea typeface="Instrument Sans"/>
                <a:cs typeface="Instrument Sans"/>
              </a:defRPr>
            </a:lvl1pPr>
            <a:lvl2pPr>
              <a:defRPr sz="2250" b="0">
                <a:solidFill>
                  <a:srgbClr val="C9C2B6"/>
                </a:solidFill>
                <a:latin typeface="Instrument Sans"/>
                <a:ea typeface="Instrument Sans"/>
                <a:cs typeface="Instrument Sans"/>
              </a:defRPr>
            </a:lvl2pPr>
            <a:lvl3pPr>
              <a:defRPr sz="2250" b="0">
                <a:solidFill>
                  <a:srgbClr val="C9C2B6"/>
                </a:solidFill>
                <a:latin typeface="Instrument Sans"/>
                <a:ea typeface="Instrument Sans"/>
                <a:cs typeface="Instrument Sans"/>
              </a:defRPr>
            </a:lvl3pPr>
            <a:lvl4pPr>
              <a:defRPr sz="2250" b="0">
                <a:solidFill>
                  <a:srgbClr val="C9C2B6"/>
                </a:solidFill>
                <a:latin typeface="Instrument Sans"/>
                <a:ea typeface="Instrument Sans"/>
                <a:cs typeface="Instrument Sans"/>
              </a:defRPr>
            </a:lvl4pPr>
            <a:lvl5pPr>
              <a:defRPr sz="2250" b="0">
                <a:solidFill>
                  <a:srgbClr val="C9C2B6"/>
                </a:solidFill>
                <a:latin typeface="Instrument Sans"/>
                <a:ea typeface="Instrument Sans"/>
                <a:cs typeface="Instrument Sans"/>
              </a:defRPr>
            </a:lvl5pPr>
            <a:lvl6pPr>
              <a:defRPr sz="2250" b="0">
                <a:solidFill>
                  <a:srgbClr val="C9C2B6"/>
                </a:solidFill>
                <a:latin typeface="Instrument Sans"/>
                <a:ea typeface="Instrument Sans"/>
                <a:cs typeface="Instrument Sans"/>
              </a:defRPr>
            </a:lvl6pPr>
            <a:lvl7pPr>
              <a:defRPr sz="2250" b="0">
                <a:solidFill>
                  <a:srgbClr val="C9C2B6"/>
                </a:solidFill>
                <a:latin typeface="Instrument Sans"/>
                <a:ea typeface="Instrument Sans"/>
                <a:cs typeface="Instrument Sans"/>
              </a:defRPr>
            </a:lvl7pPr>
            <a:lvl8pPr>
              <a:defRPr sz="2250" b="0">
                <a:solidFill>
                  <a:srgbClr val="C9C2B6"/>
                </a:solidFill>
                <a:latin typeface="Instrument Sans"/>
                <a:ea typeface="Instrument Sans"/>
                <a:cs typeface="Instrument Sans"/>
              </a:defRPr>
            </a:lvl8pPr>
            <a:lvl9pPr>
              <a:defRPr sz="2250" b="0">
                <a:solidFill>
                  <a:srgbClr val="C9C2B6"/>
                </a:solidFill>
                <a:latin typeface="Instrument Sans"/>
                <a:ea typeface="Instrument Sans"/>
                <a:cs typeface="Instrument Sans"/>
              </a:defRPr>
            </a:lvl9pPr>
          </a:lstStyle>
          <a:p xmlns:a="http://schemas.openxmlformats.org/drawingml/2006/main">
            <a:pPr>
              <a:defRPr sz="2250" b="0">
                <a:solidFill>
                  <a:srgbClr val="C9C2B6"/>
                </a:solidFill>
                <a:latin typeface="Instrument Sans"/>
                <a:ea typeface="Instrument Sans"/>
                <a:cs typeface="Instrument Sans"/>
              </a:defRPr>
            </a:pPr>
            <a:r>
              <a:rPr sz="2250" b="0">
                <a:solidFill>
                  <a:srgbClr val="C9C2B6"/>
                </a:solidFill>
                <a:latin typeface="Instrument Sans"/>
                <a:ea typeface="Instrument Sans"/>
                <a:cs typeface="Instrument Sans"/>
              </a:rPr>
              <a:t>[One sentence to introduce this section]</a:t>
            </a:r>
          </a:p>
        </p:txBody>
      </p:sp>
      <p:pic>
        <p:nvPicPr>
          <p:cNvPr id="6" name="">
            <a:extLst xmlns:a="http://schemas.openxmlformats.org/drawingml/2006/main">
              <a:ext uri="{FF2B5EF4-FFF2-40B4-BE49-F238E27FC236}">
                <a16:creationId xmlns:a16="http://schemas.microsoft.com/office/drawing/2014/main" id="{1C658552-C048-4D3D-AE8B-6D9B0E30DD73}"/>
              </a:ext>
            </a:extLst>
          </p:cNvPr>
          <p:cNvPicPr>
            <a:picLocks xmlns:a="http://schemas.openxmlformats.org/drawingml/2006/main" noChangeAspect="1"/>
          </p:cNvPicPr>
          <p:nvPr/>
        </p:nvPicPr>
        <p:blipFill>
          <a:blip xmlns:r="http://schemas.openxmlformats.org/officeDocument/2006/relationships" xmlns:a="http://schemas.openxmlformats.org/drawingml/2006/main" r:embed="R5aad5ef7886d40fc"/>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7" name="Global AI Nights Berlin">
            <a:extLst xmlns:a="http://schemas.openxmlformats.org/drawingml/2006/main">
              <a:ext uri="{FF2B5EF4-FFF2-40B4-BE49-F238E27FC236}">
                <a16:creationId xmlns:a16="http://schemas.microsoft.com/office/drawing/2014/main" id="{829175AE-FA48-4517-B352-955CBF04C23B}"/>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8" name="04">
            <a:extLst xmlns:a="http://schemas.openxmlformats.org/drawingml/2006/main">
              <a:ext uri="{FF2B5EF4-FFF2-40B4-BE49-F238E27FC236}">
                <a16:creationId xmlns:a16="http://schemas.microsoft.com/office/drawing/2014/main" id="{16FB4A5C-EDDC-42EA-84FB-5F8301196950}"/>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04</a:t>
            </a:r>
          </a:p>
        </p:txBody>
      </p:sp>
    </p:spTree>
    <p:extLst>
      <p:ext uri="{BB962C8B-B14F-4D97-AF65-F5344CB8AC3E}">
        <p14:creationId xmlns:p14="http://schemas.microsoft.com/office/powerpoint/2010/main" val="976266565"/>
      </p:ext>
    </p:extLst>
  </p:cSld>
</p:sld>
</file>

<file path=ppt/slides/slide5.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EEA67E4-F936-4BAF-9DCC-7279AE007D6D}"/>
              </a:ext>
            </a:extLst>
          </p:cNvPr>
          <p:cNvPicPr>
            <a:picLocks xmlns:a="http://schemas.openxmlformats.org/drawingml/2006/main" noChangeAspect="1"/>
          </p:cNvPicPr>
          <p:nvPr/>
        </p:nvPicPr>
        <p:blipFill>
          <a:blip xmlns:r="http://schemas.openxmlformats.org/officeDocument/2006/relationships" xmlns:a="http://schemas.openxmlformats.org/drawingml/2006/main" r:embed="R23c8834a1138463a"/>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uiet content background">
            <a:extLst xmlns:a="http://schemas.openxmlformats.org/drawingml/2006/main">
              <a:ext uri="{FF2B5EF4-FFF2-40B4-BE49-F238E27FC236}">
                <a16:creationId xmlns:a16="http://schemas.microsoft.com/office/drawing/2014/main" id="{A669E03A-133A-475E-BF51-23124C8AFC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321">
              <a:alpha val="58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1CE02A8F-B727-41DE-AA43-2CF3CD5A083F}"/>
              </a:ext>
            </a:extLst>
          </p:cNvPr>
          <p:cNvPicPr>
            <a:picLocks xmlns:a="http://schemas.openxmlformats.org/drawingml/2006/main" noChangeAspect="1"/>
          </p:cNvPicPr>
          <p:nvPr/>
        </p:nvPicPr>
        <p:blipFill>
          <a:blip xmlns:r="http://schemas.openxmlformats.org/officeDocument/2006/relationships" xmlns:a="http://schemas.openxmlformats.org/drawingml/2006/main" r:embed="R48659b3d3a854cdb"/>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4" name="Global AI Nights Berlin">
            <a:extLst xmlns:a="http://schemas.openxmlformats.org/drawingml/2006/main">
              <a:ext uri="{FF2B5EF4-FFF2-40B4-BE49-F238E27FC236}">
                <a16:creationId xmlns:a16="http://schemas.microsoft.com/office/drawing/2014/main" id="{5BE6EAEA-E6D6-4A93-8BD2-3E7C0EB9A189}"/>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5" name="05">
            <a:extLst xmlns:a="http://schemas.openxmlformats.org/drawingml/2006/main">
              <a:ext uri="{FF2B5EF4-FFF2-40B4-BE49-F238E27FC236}">
                <a16:creationId xmlns:a16="http://schemas.microsoft.com/office/drawing/2014/main" id="{048F4895-183B-4D49-8639-4D0E6B3B5217}"/>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05</a:t>
            </a:r>
          </a:p>
        </p:txBody>
      </p:sp>
      <p:sp>
        <p:nvSpPr>
          <p:cNvPr id="6" name="[Slide title]">
            <a:extLst xmlns:a="http://schemas.openxmlformats.org/drawingml/2006/main">
              <a:ext uri="{FF2B5EF4-FFF2-40B4-BE49-F238E27FC236}">
                <a16:creationId xmlns:a16="http://schemas.microsoft.com/office/drawing/2014/main" id="{7FBE5276-064B-4BB9-970C-61847F5F6950}"/>
              </a:ext>
            </a:extLst>
          </p:cNvPr>
          <p:cNvSpPr>
            <a:spLocks xmlns:a="http://schemas.openxmlformats.org/drawingml/2006/main" noGrp="1"/>
          </p:cNvSpPr>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[Slide title]</a:t>
            </a:r>
          </a:p>
        </p:txBody>
      </p:sp>
      <p:sp>
        <p:nvSpPr>
          <p:cNvPr id="7" name="[One clear idea for the audience to reme">
            <a:extLst xmlns:a="http://schemas.openxmlformats.org/drawingml/2006/main">
              <a:ext uri="{FF2B5EF4-FFF2-40B4-BE49-F238E27FC236}">
                <a16:creationId xmlns:a16="http://schemas.microsoft.com/office/drawing/2014/main" id="{DAF9FD58-A913-4A8D-8F23-383B792FB8D4}"/>
              </a:ext>
            </a:extLst>
          </p:cNvPr>
          <p:cNvSpPr>
            <a:spLocks xmlns:a="http://schemas.openxmlformats.org/drawingml/2006/main" noGrp="1"/>
          </p:cNvSpPr>
          <p:nvPr/>
        </p:nvSpPr>
        <p:spPr>
          <a:xfrm xmlns:a="http://schemas.openxmlformats.org/drawingml/2006/main">
            <a:off x="609600" y="1924050"/>
            <a:ext cx="1076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150" b="1">
                <a:solidFill>
                  <a:srgbClr val="F5F4EC"/>
                </a:solidFill>
                <a:latin typeface="Space Grotesk"/>
                <a:ea typeface="Space Grotesk"/>
                <a:cs typeface="Space Grotesk"/>
              </a:defRPr>
            </a:defPPr>
            <a:lvl1pPr>
              <a:defRPr sz="3150" b="1">
                <a:solidFill>
                  <a:srgbClr val="F5F4EC"/>
                </a:solidFill>
                <a:latin typeface="Space Grotesk"/>
                <a:ea typeface="Space Grotesk"/>
                <a:cs typeface="Space Grotesk"/>
              </a:defRPr>
            </a:lvl1pPr>
            <a:lvl2pPr>
              <a:defRPr sz="3150" b="1">
                <a:solidFill>
                  <a:srgbClr val="F5F4EC"/>
                </a:solidFill>
                <a:latin typeface="Space Grotesk"/>
                <a:ea typeface="Space Grotesk"/>
                <a:cs typeface="Space Grotesk"/>
              </a:defRPr>
            </a:lvl2pPr>
            <a:lvl3pPr>
              <a:defRPr sz="3150" b="1">
                <a:solidFill>
                  <a:srgbClr val="F5F4EC"/>
                </a:solidFill>
                <a:latin typeface="Space Grotesk"/>
                <a:ea typeface="Space Grotesk"/>
                <a:cs typeface="Space Grotesk"/>
              </a:defRPr>
            </a:lvl3pPr>
            <a:lvl4pPr>
              <a:defRPr sz="3150" b="1">
                <a:solidFill>
                  <a:srgbClr val="F5F4EC"/>
                </a:solidFill>
                <a:latin typeface="Space Grotesk"/>
                <a:ea typeface="Space Grotesk"/>
                <a:cs typeface="Space Grotesk"/>
              </a:defRPr>
            </a:lvl4pPr>
            <a:lvl5pPr>
              <a:defRPr sz="3150" b="1">
                <a:solidFill>
                  <a:srgbClr val="F5F4EC"/>
                </a:solidFill>
                <a:latin typeface="Space Grotesk"/>
                <a:ea typeface="Space Grotesk"/>
                <a:cs typeface="Space Grotesk"/>
              </a:defRPr>
            </a:lvl5pPr>
            <a:lvl6pPr>
              <a:defRPr sz="3150" b="1">
                <a:solidFill>
                  <a:srgbClr val="F5F4EC"/>
                </a:solidFill>
                <a:latin typeface="Space Grotesk"/>
                <a:ea typeface="Space Grotesk"/>
                <a:cs typeface="Space Grotesk"/>
              </a:defRPr>
            </a:lvl6pPr>
            <a:lvl7pPr>
              <a:defRPr sz="3150" b="1">
                <a:solidFill>
                  <a:srgbClr val="F5F4EC"/>
                </a:solidFill>
                <a:latin typeface="Space Grotesk"/>
                <a:ea typeface="Space Grotesk"/>
                <a:cs typeface="Space Grotesk"/>
              </a:defRPr>
            </a:lvl7pPr>
            <a:lvl8pPr>
              <a:defRPr sz="3150" b="1">
                <a:solidFill>
                  <a:srgbClr val="F5F4EC"/>
                </a:solidFill>
                <a:latin typeface="Space Grotesk"/>
                <a:ea typeface="Space Grotesk"/>
                <a:cs typeface="Space Grotesk"/>
              </a:defRPr>
            </a:lvl8pPr>
            <a:lvl9pPr>
              <a:defRPr sz="3150" b="1">
                <a:solidFill>
                  <a:srgbClr val="F5F4EC"/>
                </a:solidFill>
                <a:latin typeface="Space Grotesk"/>
                <a:ea typeface="Space Grotesk"/>
                <a:cs typeface="Space Grotesk"/>
              </a:defRPr>
            </a:lvl9pPr>
          </a:lstStyle>
          <a:p xmlns:a="http://schemas.openxmlformats.org/drawingml/2006/main">
            <a:pPr>
              <a:defRPr sz="3150" b="1">
                <a:solidFill>
                  <a:srgbClr val="F5F4EC"/>
                </a:solidFill>
                <a:latin typeface="Space Grotesk"/>
                <a:ea typeface="Space Grotesk"/>
                <a:cs typeface="Space Grotesk"/>
              </a:defRPr>
            </a:pPr>
            <a:r>
              <a:rPr sz="3150" b="1">
                <a:solidFill>
                  <a:srgbClr val="F5F4EC"/>
                </a:solidFill>
                <a:latin typeface="Space Grotesk"/>
                <a:ea typeface="Space Grotesk"/>
                <a:cs typeface="Space Grotesk"/>
              </a:rPr>
              <a:t>[One clear idea for the audience to remember]</a:t>
            </a:r>
          </a:p>
        </p:txBody>
      </p:sp>
      <p:sp>
        <p:nvSpPr>
          <p:cNvPr id="8" name="[Explain the idea in a short paragraph. ">
            <a:extLst xmlns:a="http://schemas.openxmlformats.org/drawingml/2006/main">
              <a:ext uri="{FF2B5EF4-FFF2-40B4-BE49-F238E27FC236}">
                <a16:creationId xmlns:a16="http://schemas.microsoft.com/office/drawing/2014/main" id="{4957979C-E5A8-483A-A5FE-4CFD274F2536}"/>
              </a:ext>
            </a:extLst>
          </p:cNvPr>
          <p:cNvSpPr>
            <a:spLocks xmlns:a="http://schemas.openxmlformats.org/drawingml/2006/main" noGrp="1"/>
          </p:cNvSpPr>
          <p:nvPr/>
        </p:nvSpPr>
        <p:spPr>
          <a:xfrm xmlns:a="http://schemas.openxmlformats.org/drawingml/2006/main">
            <a:off x="609600" y="3381375"/>
            <a:ext cx="1019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F4EC"/>
                </a:solidFill>
                <a:latin typeface="Instrument Sans"/>
                <a:ea typeface="Instrument Sans"/>
                <a:cs typeface="Instrument Sans"/>
              </a:defRPr>
            </a:defPPr>
            <a:lvl1pPr>
              <a:defRPr sz="2250" b="0">
                <a:solidFill>
                  <a:srgbClr val="F5F4EC"/>
                </a:solidFill>
                <a:latin typeface="Instrument Sans"/>
                <a:ea typeface="Instrument Sans"/>
                <a:cs typeface="Instrument Sans"/>
              </a:defRPr>
            </a:lvl1pPr>
            <a:lvl2pPr>
              <a:defRPr sz="2250" b="0">
                <a:solidFill>
                  <a:srgbClr val="F5F4EC"/>
                </a:solidFill>
                <a:latin typeface="Instrument Sans"/>
                <a:ea typeface="Instrument Sans"/>
                <a:cs typeface="Instrument Sans"/>
              </a:defRPr>
            </a:lvl2pPr>
            <a:lvl3pPr>
              <a:defRPr sz="2250" b="0">
                <a:solidFill>
                  <a:srgbClr val="F5F4EC"/>
                </a:solidFill>
                <a:latin typeface="Instrument Sans"/>
                <a:ea typeface="Instrument Sans"/>
                <a:cs typeface="Instrument Sans"/>
              </a:defRPr>
            </a:lvl3pPr>
            <a:lvl4pPr>
              <a:defRPr sz="2250" b="0">
                <a:solidFill>
                  <a:srgbClr val="F5F4EC"/>
                </a:solidFill>
                <a:latin typeface="Instrument Sans"/>
                <a:ea typeface="Instrument Sans"/>
                <a:cs typeface="Instrument Sans"/>
              </a:defRPr>
            </a:lvl4pPr>
            <a:lvl5pPr>
              <a:defRPr sz="2250" b="0">
                <a:solidFill>
                  <a:srgbClr val="F5F4EC"/>
                </a:solidFill>
                <a:latin typeface="Instrument Sans"/>
                <a:ea typeface="Instrument Sans"/>
                <a:cs typeface="Instrument Sans"/>
              </a:defRPr>
            </a:lvl5pPr>
            <a:lvl6pPr>
              <a:defRPr sz="2250" b="0">
                <a:solidFill>
                  <a:srgbClr val="F5F4EC"/>
                </a:solidFill>
                <a:latin typeface="Instrument Sans"/>
                <a:ea typeface="Instrument Sans"/>
                <a:cs typeface="Instrument Sans"/>
              </a:defRPr>
            </a:lvl6pPr>
            <a:lvl7pPr>
              <a:defRPr sz="2250" b="0">
                <a:solidFill>
                  <a:srgbClr val="F5F4EC"/>
                </a:solidFill>
                <a:latin typeface="Instrument Sans"/>
                <a:ea typeface="Instrument Sans"/>
                <a:cs typeface="Instrument Sans"/>
              </a:defRPr>
            </a:lvl7pPr>
            <a:lvl8pPr>
              <a:defRPr sz="2250" b="0">
                <a:solidFill>
                  <a:srgbClr val="F5F4EC"/>
                </a:solidFill>
                <a:latin typeface="Instrument Sans"/>
                <a:ea typeface="Instrument Sans"/>
                <a:cs typeface="Instrument Sans"/>
              </a:defRPr>
            </a:lvl8pPr>
            <a:lvl9pPr>
              <a:defRPr sz="2250" b="0">
                <a:solidFill>
                  <a:srgbClr val="F5F4EC"/>
                </a:solidFill>
                <a:latin typeface="Instrument Sans"/>
                <a:ea typeface="Instrument Sans"/>
                <a:cs typeface="Instrument Sans"/>
              </a:defRPr>
            </a:lvl9pPr>
          </a:lstStyle>
          <a:p xmlns:a="http://schemas.openxmlformats.org/drawingml/2006/main">
            <a:pPr>
              <a:defRPr sz="2250" b="0">
                <a:solidFill>
                  <a:srgbClr val="F5F4EC"/>
                </a:solidFill>
                <a:latin typeface="Instrument Sans"/>
                <a:ea typeface="Instrument Sans"/>
                <a:cs typeface="Instrument Sans"/>
              </a:defRPr>
            </a:pPr>
            <a:r>
              <a:rPr sz="2250" b="0">
                <a:solidFill>
                  <a:srgbClr val="F5F4EC"/>
                </a:solidFill>
                <a:latin typeface="Instrument Sans"/>
                <a:ea typeface="Instrument Sans"/>
                <a:cs typeface="Instrument Sans"/>
              </a:rPr>
              <a:t>[Explain the idea in a short paragraph. Use a concrete example</a:t>
            </a:r>
          </a:p>
          <a:p xmlns:a="http://schemas.openxmlformats.org/drawingml/2006/main">
            <a:pPr>
              <a:defRPr sz="2250" b="0">
                <a:solidFill>
                  <a:srgbClr val="F5F4EC"/>
                </a:solidFill>
                <a:latin typeface="Instrument Sans"/>
                <a:ea typeface="Instrument Sans"/>
                <a:cs typeface="Instrument Sans"/>
              </a:defRPr>
            </a:pPr>
            <a:r>
              <a:rPr sz="2250" b="0">
                <a:solidFill>
                  <a:srgbClr val="F5F4EC"/>
                </a:solidFill>
                <a:latin typeface="Instrument Sans"/>
                <a:ea typeface="Instrument Sans"/>
                <a:cs typeface="Instrument Sans"/>
              </a:rPr>
              <a:t>that helps the audience connect it to their own work.]</a:t>
            </a:r>
          </a:p>
        </p:txBody>
      </p:sp>
      <p:sp>
        <p:nvSpPr>
          <p:cNvPr id="9" name="[Optional supporting detail or source]">
            <a:extLst xmlns:a="http://schemas.openxmlformats.org/drawingml/2006/main">
              <a:ext uri="{FF2B5EF4-FFF2-40B4-BE49-F238E27FC236}">
                <a16:creationId xmlns:a16="http://schemas.microsoft.com/office/drawing/2014/main" id="{5CDEFEA6-95BC-432B-A379-E84CE2EE4511}"/>
              </a:ext>
            </a:extLst>
          </p:cNvPr>
          <p:cNvSpPr>
            <a:spLocks xmlns:a="http://schemas.openxmlformats.org/drawingml/2006/main" noGrp="1"/>
          </p:cNvSpPr>
          <p:nvPr/>
        </p:nvSpPr>
        <p:spPr>
          <a:xfrm xmlns:a="http://schemas.openxmlformats.org/drawingml/2006/main">
            <a:off x="609600" y="5067300"/>
            <a:ext cx="1038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C9C2B6"/>
                </a:solidFill>
                <a:latin typeface="Instrument Sans"/>
                <a:ea typeface="Instrument Sans"/>
                <a:cs typeface="Instrument Sans"/>
              </a:defRPr>
            </a:defPPr>
            <a:lvl1pPr>
              <a:defRPr sz="1725" b="0">
                <a:solidFill>
                  <a:srgbClr val="C9C2B6"/>
                </a:solidFill>
                <a:latin typeface="Instrument Sans"/>
                <a:ea typeface="Instrument Sans"/>
                <a:cs typeface="Instrument Sans"/>
              </a:defRPr>
            </a:lvl1pPr>
            <a:lvl2pPr>
              <a:defRPr sz="1725" b="0">
                <a:solidFill>
                  <a:srgbClr val="C9C2B6"/>
                </a:solidFill>
                <a:latin typeface="Instrument Sans"/>
                <a:ea typeface="Instrument Sans"/>
                <a:cs typeface="Instrument Sans"/>
              </a:defRPr>
            </a:lvl2pPr>
            <a:lvl3pPr>
              <a:defRPr sz="1725" b="0">
                <a:solidFill>
                  <a:srgbClr val="C9C2B6"/>
                </a:solidFill>
                <a:latin typeface="Instrument Sans"/>
                <a:ea typeface="Instrument Sans"/>
                <a:cs typeface="Instrument Sans"/>
              </a:defRPr>
            </a:lvl3pPr>
            <a:lvl4pPr>
              <a:defRPr sz="1725" b="0">
                <a:solidFill>
                  <a:srgbClr val="C9C2B6"/>
                </a:solidFill>
                <a:latin typeface="Instrument Sans"/>
                <a:ea typeface="Instrument Sans"/>
                <a:cs typeface="Instrument Sans"/>
              </a:defRPr>
            </a:lvl4pPr>
            <a:lvl5pPr>
              <a:defRPr sz="1725" b="0">
                <a:solidFill>
                  <a:srgbClr val="C9C2B6"/>
                </a:solidFill>
                <a:latin typeface="Instrument Sans"/>
                <a:ea typeface="Instrument Sans"/>
                <a:cs typeface="Instrument Sans"/>
              </a:defRPr>
            </a:lvl5pPr>
            <a:lvl6pPr>
              <a:defRPr sz="1725" b="0">
                <a:solidFill>
                  <a:srgbClr val="C9C2B6"/>
                </a:solidFill>
                <a:latin typeface="Instrument Sans"/>
                <a:ea typeface="Instrument Sans"/>
                <a:cs typeface="Instrument Sans"/>
              </a:defRPr>
            </a:lvl6pPr>
            <a:lvl7pPr>
              <a:defRPr sz="1725" b="0">
                <a:solidFill>
                  <a:srgbClr val="C9C2B6"/>
                </a:solidFill>
                <a:latin typeface="Instrument Sans"/>
                <a:ea typeface="Instrument Sans"/>
                <a:cs typeface="Instrument Sans"/>
              </a:defRPr>
            </a:lvl7pPr>
            <a:lvl8pPr>
              <a:defRPr sz="1725" b="0">
                <a:solidFill>
                  <a:srgbClr val="C9C2B6"/>
                </a:solidFill>
                <a:latin typeface="Instrument Sans"/>
                <a:ea typeface="Instrument Sans"/>
                <a:cs typeface="Instrument Sans"/>
              </a:defRPr>
            </a:lvl8pPr>
            <a:lvl9pPr>
              <a:defRPr sz="1725" b="0">
                <a:solidFill>
                  <a:srgbClr val="C9C2B6"/>
                </a:solidFill>
                <a:latin typeface="Instrument Sans"/>
                <a:ea typeface="Instrument Sans"/>
                <a:cs typeface="Instrument Sans"/>
              </a:defRPr>
            </a:lvl9pPr>
          </a:lstStyle>
          <a:p xmlns:a="http://schemas.openxmlformats.org/drawingml/2006/main">
            <a:pPr>
              <a:defRPr sz="1725" b="0">
                <a:solidFill>
                  <a:srgbClr val="C9C2B6"/>
                </a:solidFill>
                <a:latin typeface="Instrument Sans"/>
                <a:ea typeface="Instrument Sans"/>
                <a:cs typeface="Instrument Sans"/>
              </a:defRPr>
            </a:pPr>
            <a:r>
              <a:rPr sz="1725" b="0">
                <a:solidFill>
                  <a:srgbClr val="C9C2B6"/>
                </a:solidFill>
                <a:latin typeface="Instrument Sans"/>
                <a:ea typeface="Instrument Sans"/>
                <a:cs typeface="Instrument Sans"/>
              </a:rPr>
              <a:t>[Optional supporting detail or source]</a:t>
            </a:r>
          </a:p>
        </p:txBody>
      </p:sp>
    </p:spTree>
    <p:extLst>
      <p:ext uri="{BB962C8B-B14F-4D97-AF65-F5344CB8AC3E}">
        <p14:creationId xmlns:p14="http://schemas.microsoft.com/office/powerpoint/2010/main" val="363009988"/>
      </p:ext>
    </p:extLst>
  </p:cSld>
</p:sld>
</file>

<file path=ppt/slides/slide6.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98D9062-ED77-40E4-8349-A2AB9DB98F3F}"/>
              </a:ext>
            </a:extLst>
          </p:cNvPr>
          <p:cNvPicPr>
            <a:picLocks xmlns:a="http://schemas.openxmlformats.org/drawingml/2006/main" noChangeAspect="1"/>
          </p:cNvPicPr>
          <p:nvPr/>
        </p:nvPicPr>
        <p:blipFill>
          <a:blip xmlns:r="http://schemas.openxmlformats.org/officeDocument/2006/relationships" xmlns:a="http://schemas.openxmlformats.org/drawingml/2006/main" r:embed="Re3b9d996d7dc4f2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uiet content background">
            <a:extLst xmlns:a="http://schemas.openxmlformats.org/drawingml/2006/main">
              <a:ext uri="{FF2B5EF4-FFF2-40B4-BE49-F238E27FC236}">
                <a16:creationId xmlns:a16="http://schemas.microsoft.com/office/drawing/2014/main" id="{3F29698E-D85E-4431-908A-4262B386FC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321">
              <a:alpha val="58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D87B2624-CC8D-4D4F-B0C6-BDFE900A41EE}"/>
              </a:ext>
            </a:extLst>
          </p:cNvPr>
          <p:cNvPicPr>
            <a:picLocks xmlns:a="http://schemas.openxmlformats.org/drawingml/2006/main" noChangeAspect="1"/>
          </p:cNvPicPr>
          <p:nvPr/>
        </p:nvPicPr>
        <p:blipFill>
          <a:blip xmlns:r="http://schemas.openxmlformats.org/officeDocument/2006/relationships" xmlns:a="http://schemas.openxmlformats.org/drawingml/2006/main" r:embed="R69f3e68afdb14661"/>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4" name="Global AI Nights Berlin">
            <a:extLst xmlns:a="http://schemas.openxmlformats.org/drawingml/2006/main">
              <a:ext uri="{FF2B5EF4-FFF2-40B4-BE49-F238E27FC236}">
                <a16:creationId xmlns:a16="http://schemas.microsoft.com/office/drawing/2014/main" id="{6096CF8F-6C00-46D6-BE9A-C7DECA763D19}"/>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5" name="06">
            <a:extLst xmlns:a="http://schemas.openxmlformats.org/drawingml/2006/main">
              <a:ext uri="{FF2B5EF4-FFF2-40B4-BE49-F238E27FC236}">
                <a16:creationId xmlns:a16="http://schemas.microsoft.com/office/drawing/2014/main" id="{100ECC07-ADD4-4994-8DCC-F4CCBF3A99EA}"/>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06</a:t>
            </a:r>
          </a:p>
        </p:txBody>
      </p:sp>
      <p:sp>
        <p:nvSpPr>
          <p:cNvPr id="6" name="[Concept or architecture]">
            <a:extLst xmlns:a="http://schemas.openxmlformats.org/drawingml/2006/main">
              <a:ext uri="{FF2B5EF4-FFF2-40B4-BE49-F238E27FC236}">
                <a16:creationId xmlns:a16="http://schemas.microsoft.com/office/drawing/2014/main" id="{4F10F3A1-1AED-4A79-8197-D84C6ABB5DA1}"/>
              </a:ext>
            </a:extLst>
          </p:cNvPr>
          <p:cNvSpPr>
            <a:spLocks xmlns:a="http://schemas.openxmlformats.org/drawingml/2006/main" noGrp="1"/>
          </p:cNvSpPr>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[Concept or architecture]</a:t>
            </a:r>
          </a:p>
        </p:txBody>
      </p:sp>
      <p:sp>
        <p:nvSpPr>
          <p:cNvPr id="7" name="[The key idea]">
            <a:extLst xmlns:a="http://schemas.openxmlformats.org/drawingml/2006/main">
              <a:ext uri="{FF2B5EF4-FFF2-40B4-BE49-F238E27FC236}">
                <a16:creationId xmlns:a16="http://schemas.microsoft.com/office/drawing/2014/main" id="{908ADFEC-4AE2-4383-BFBC-4B5FF7C097DD}"/>
              </a:ext>
            </a:extLst>
          </p:cNvPr>
          <p:cNvSpPr>
            <a:spLocks xmlns:a="http://schemas.openxmlformats.org/drawingml/2006/main" noGrp="1"/>
          </p:cNvSpPr>
          <p:nvPr/>
        </p:nvSpPr>
        <p:spPr>
          <a:xfrm xmlns:a="http://schemas.openxmlformats.org/drawingml/2006/main">
            <a:off x="609600" y="2009775"/>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1">
                <a:solidFill>
                  <a:srgbClr val="F5F4EC"/>
                </a:solidFill>
                <a:latin typeface="Space Grotesk"/>
                <a:ea typeface="Space Grotesk"/>
                <a:cs typeface="Space Grotesk"/>
              </a:defRPr>
            </a:defPPr>
            <a:lvl1pPr>
              <a:defRPr sz="2700" b="1">
                <a:solidFill>
                  <a:srgbClr val="F5F4EC"/>
                </a:solidFill>
                <a:latin typeface="Space Grotesk"/>
                <a:ea typeface="Space Grotesk"/>
                <a:cs typeface="Space Grotesk"/>
              </a:defRPr>
            </a:lvl1pPr>
            <a:lvl2pPr>
              <a:defRPr sz="2700" b="1">
                <a:solidFill>
                  <a:srgbClr val="F5F4EC"/>
                </a:solidFill>
                <a:latin typeface="Space Grotesk"/>
                <a:ea typeface="Space Grotesk"/>
                <a:cs typeface="Space Grotesk"/>
              </a:defRPr>
            </a:lvl2pPr>
            <a:lvl3pPr>
              <a:defRPr sz="2700" b="1">
                <a:solidFill>
                  <a:srgbClr val="F5F4EC"/>
                </a:solidFill>
                <a:latin typeface="Space Grotesk"/>
                <a:ea typeface="Space Grotesk"/>
                <a:cs typeface="Space Grotesk"/>
              </a:defRPr>
            </a:lvl3pPr>
            <a:lvl4pPr>
              <a:defRPr sz="2700" b="1">
                <a:solidFill>
                  <a:srgbClr val="F5F4EC"/>
                </a:solidFill>
                <a:latin typeface="Space Grotesk"/>
                <a:ea typeface="Space Grotesk"/>
                <a:cs typeface="Space Grotesk"/>
              </a:defRPr>
            </a:lvl4pPr>
            <a:lvl5pPr>
              <a:defRPr sz="2700" b="1">
                <a:solidFill>
                  <a:srgbClr val="F5F4EC"/>
                </a:solidFill>
                <a:latin typeface="Space Grotesk"/>
                <a:ea typeface="Space Grotesk"/>
                <a:cs typeface="Space Grotesk"/>
              </a:defRPr>
            </a:lvl5pPr>
            <a:lvl6pPr>
              <a:defRPr sz="2700" b="1">
                <a:solidFill>
                  <a:srgbClr val="F5F4EC"/>
                </a:solidFill>
                <a:latin typeface="Space Grotesk"/>
                <a:ea typeface="Space Grotesk"/>
                <a:cs typeface="Space Grotesk"/>
              </a:defRPr>
            </a:lvl6pPr>
            <a:lvl7pPr>
              <a:defRPr sz="2700" b="1">
                <a:solidFill>
                  <a:srgbClr val="F5F4EC"/>
                </a:solidFill>
                <a:latin typeface="Space Grotesk"/>
                <a:ea typeface="Space Grotesk"/>
                <a:cs typeface="Space Grotesk"/>
              </a:defRPr>
            </a:lvl7pPr>
            <a:lvl8pPr>
              <a:defRPr sz="2700" b="1">
                <a:solidFill>
                  <a:srgbClr val="F5F4EC"/>
                </a:solidFill>
                <a:latin typeface="Space Grotesk"/>
                <a:ea typeface="Space Grotesk"/>
                <a:cs typeface="Space Grotesk"/>
              </a:defRPr>
            </a:lvl8pPr>
            <a:lvl9pPr>
              <a:defRPr sz="2700" b="1">
                <a:solidFill>
                  <a:srgbClr val="F5F4EC"/>
                </a:solidFill>
                <a:latin typeface="Space Grotesk"/>
                <a:ea typeface="Space Grotesk"/>
                <a:cs typeface="Space Grotesk"/>
              </a:defRPr>
            </a:lvl9pPr>
          </a:lstStyle>
          <a:p xmlns:a="http://schemas.openxmlformats.org/drawingml/2006/main">
            <a:pPr>
              <a:defRPr sz="2700" b="1">
                <a:solidFill>
                  <a:srgbClr val="F5F4EC"/>
                </a:solidFill>
                <a:latin typeface="Space Grotesk"/>
                <a:ea typeface="Space Grotesk"/>
                <a:cs typeface="Space Grotesk"/>
              </a:defRPr>
            </a:pPr>
            <a:r>
              <a:rPr sz="2700" b="1">
                <a:solidFill>
                  <a:srgbClr val="F5F4EC"/>
                </a:solidFill>
                <a:latin typeface="Space Grotesk"/>
                <a:ea typeface="Space Grotesk"/>
                <a:cs typeface="Space Grotesk"/>
              </a:rPr>
              <a:t>[The key idea]</a:t>
            </a:r>
          </a:p>
        </p:txBody>
      </p:sp>
      <p:sp>
        <p:nvSpPr>
          <p:cNvPr id="8" name="[Use this space to&#10;explain what the&#10;audi">
            <a:extLst xmlns:a="http://schemas.openxmlformats.org/drawingml/2006/main">
              <a:ext uri="{FF2B5EF4-FFF2-40B4-BE49-F238E27FC236}">
                <a16:creationId xmlns:a16="http://schemas.microsoft.com/office/drawing/2014/main" id="{AC86EB2F-EC43-43B6-B9A1-3FC036EBFF31}"/>
              </a:ext>
            </a:extLst>
          </p:cNvPr>
          <p:cNvSpPr>
            <a:spLocks xmlns:a="http://schemas.openxmlformats.org/drawingml/2006/main" noGrp="1"/>
          </p:cNvSpPr>
          <p:nvPr/>
        </p:nvSpPr>
        <p:spPr>
          <a:xfrm xmlns:a="http://schemas.openxmlformats.org/drawingml/2006/main">
            <a:off x="609600" y="3019425"/>
            <a:ext cx="338137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F5F4EC"/>
                </a:solidFill>
                <a:latin typeface="Instrument Sans"/>
                <a:ea typeface="Instrument Sans"/>
                <a:cs typeface="Instrument Sans"/>
              </a:defRPr>
            </a:defPPr>
            <a:lvl1pPr>
              <a:defRPr sz="2175" b="0">
                <a:solidFill>
                  <a:srgbClr val="F5F4EC"/>
                </a:solidFill>
                <a:latin typeface="Instrument Sans"/>
                <a:ea typeface="Instrument Sans"/>
                <a:cs typeface="Instrument Sans"/>
              </a:defRPr>
            </a:lvl1pPr>
            <a:lvl2pPr>
              <a:defRPr sz="2175" b="0">
                <a:solidFill>
                  <a:srgbClr val="F5F4EC"/>
                </a:solidFill>
                <a:latin typeface="Instrument Sans"/>
                <a:ea typeface="Instrument Sans"/>
                <a:cs typeface="Instrument Sans"/>
              </a:defRPr>
            </a:lvl2pPr>
            <a:lvl3pPr>
              <a:defRPr sz="2175" b="0">
                <a:solidFill>
                  <a:srgbClr val="F5F4EC"/>
                </a:solidFill>
                <a:latin typeface="Instrument Sans"/>
                <a:ea typeface="Instrument Sans"/>
                <a:cs typeface="Instrument Sans"/>
              </a:defRPr>
            </a:lvl3pPr>
            <a:lvl4pPr>
              <a:defRPr sz="2175" b="0">
                <a:solidFill>
                  <a:srgbClr val="F5F4EC"/>
                </a:solidFill>
                <a:latin typeface="Instrument Sans"/>
                <a:ea typeface="Instrument Sans"/>
                <a:cs typeface="Instrument Sans"/>
              </a:defRPr>
            </a:lvl4pPr>
            <a:lvl5pPr>
              <a:defRPr sz="2175" b="0">
                <a:solidFill>
                  <a:srgbClr val="F5F4EC"/>
                </a:solidFill>
                <a:latin typeface="Instrument Sans"/>
                <a:ea typeface="Instrument Sans"/>
                <a:cs typeface="Instrument Sans"/>
              </a:defRPr>
            </a:lvl5pPr>
            <a:lvl6pPr>
              <a:defRPr sz="2175" b="0">
                <a:solidFill>
                  <a:srgbClr val="F5F4EC"/>
                </a:solidFill>
                <a:latin typeface="Instrument Sans"/>
                <a:ea typeface="Instrument Sans"/>
                <a:cs typeface="Instrument Sans"/>
              </a:defRPr>
            </a:lvl6pPr>
            <a:lvl7pPr>
              <a:defRPr sz="2175" b="0">
                <a:solidFill>
                  <a:srgbClr val="F5F4EC"/>
                </a:solidFill>
                <a:latin typeface="Instrument Sans"/>
                <a:ea typeface="Instrument Sans"/>
                <a:cs typeface="Instrument Sans"/>
              </a:defRPr>
            </a:lvl7pPr>
            <a:lvl8pPr>
              <a:defRPr sz="2175" b="0">
                <a:solidFill>
                  <a:srgbClr val="F5F4EC"/>
                </a:solidFill>
                <a:latin typeface="Instrument Sans"/>
                <a:ea typeface="Instrument Sans"/>
                <a:cs typeface="Instrument Sans"/>
              </a:defRPr>
            </a:lvl8pPr>
            <a:lvl9pPr>
              <a:defRPr sz="2175" b="0">
                <a:solidFill>
                  <a:srgbClr val="F5F4EC"/>
                </a:solidFill>
                <a:latin typeface="Instrument Sans"/>
                <a:ea typeface="Instrument Sans"/>
                <a:cs typeface="Instrument Sans"/>
              </a:defRPr>
            </a:lvl9pPr>
          </a:lstStyle>
          <a:p xmlns:a="http://schemas.openxmlformats.org/drawingml/2006/main">
            <a:pPr>
              <a:defRPr sz="2175" b="0">
                <a:solidFill>
                  <a:srgbClr val="F5F4EC"/>
                </a:solidFill>
                <a:latin typeface="Instrument Sans"/>
                <a:ea typeface="Instrument Sans"/>
                <a:cs typeface="Instrument Sans"/>
              </a:defRPr>
            </a:pPr>
            <a:r>
              <a:rPr sz="2175" b="0">
                <a:solidFill>
                  <a:srgbClr val="F5F4EC"/>
                </a:solidFill>
                <a:latin typeface="Instrument Sans"/>
                <a:ea typeface="Instrument Sans"/>
                <a:cs typeface="Instrument Sans"/>
              </a:rPr>
              <a:t>[Use this space to</a:t>
            </a:r>
          </a:p>
          <a:p xmlns:a="http://schemas.openxmlformats.org/drawingml/2006/main">
            <a:pPr>
              <a:defRPr sz="2175" b="0">
                <a:solidFill>
                  <a:srgbClr val="F5F4EC"/>
                </a:solidFill>
                <a:latin typeface="Instrument Sans"/>
                <a:ea typeface="Instrument Sans"/>
                <a:cs typeface="Instrument Sans"/>
              </a:defRPr>
            </a:pPr>
            <a:r>
              <a:rPr sz="2175" b="0">
                <a:solidFill>
                  <a:srgbClr val="F5F4EC"/>
                </a:solidFill>
                <a:latin typeface="Instrument Sans"/>
                <a:ea typeface="Instrument Sans"/>
                <a:cs typeface="Instrument Sans"/>
              </a:rPr>
              <a:t>explain what the</a:t>
            </a:r>
          </a:p>
          <a:p xmlns:a="http://schemas.openxmlformats.org/drawingml/2006/main">
            <a:pPr>
              <a:defRPr sz="2175" b="0">
                <a:solidFill>
                  <a:srgbClr val="F5F4EC"/>
                </a:solidFill>
                <a:latin typeface="Instrument Sans"/>
                <a:ea typeface="Instrument Sans"/>
                <a:cs typeface="Instrument Sans"/>
              </a:defRPr>
            </a:pPr>
            <a:r>
              <a:rPr sz="2175" b="0">
                <a:solidFill>
                  <a:srgbClr val="F5F4EC"/>
                </a:solidFill>
                <a:latin typeface="Instrument Sans"/>
                <a:ea typeface="Instrument Sans"/>
                <a:cs typeface="Instrument Sans"/>
              </a:rPr>
              <a:t>audience should notice.]</a:t>
            </a:r>
          </a:p>
        </p:txBody>
      </p:sp>
      <p:sp>
        <p:nvSpPr>
          <p:cNvPr id="9" name="[Diagram, image or screenshot]">
            <a:extLst xmlns:a="http://schemas.openxmlformats.org/drawingml/2006/main">
              <a:ext uri="{FF2B5EF4-FFF2-40B4-BE49-F238E27FC236}">
                <a16:creationId xmlns:a16="http://schemas.microsoft.com/office/drawing/2014/main" id="{CF63FC2B-BA28-49EE-A98F-A82CF185434A}"/>
              </a:ext>
            </a:extLst>
          </p:cNvPr>
          <p:cNvSpPr>
            <a:spLocks xmlns:a="http://schemas.openxmlformats.org/drawingml/2006/main" noGrp="1"/>
          </p:cNvSpPr>
          <p:nvPr>
            <p:ph type="pic" idx="10"/>
          </p:nvPr>
        </p:nvSpPr>
        <p:spPr>
          <a:xfrm xmlns:a="http://schemas.openxmlformats.org/drawingml/2006/main">
            <a:off x="4610100" y="1857375"/>
            <a:ext cx="6953250" cy="3905250"/>
          </a:xfrm>
          <a:prstGeom xmlns:a="http://schemas.openxmlformats.org/drawingml/2006/main" prst="rect">
            <a:avLst/>
          </a:prstGeom>
          <a:solidFill xmlns:a="http://schemas.openxmlformats.org/drawingml/2006/main">
            <a:srgbClr val="35332F"/>
          </a:solidFill>
          <a:ln xmlns:a="http://schemas.openxmlformats.org/drawingml/2006/main" w="9525">
            <a:solidFill>
              <a:srgbClr val="766451"/>
            </a:solidFill>
            <a:prstDash val="solid"/>
          </a:ln>
        </p:spPr>
        <p:txBody>
          <a:bodyPr xmlns:a="http://schemas.openxmlformats.org/drawingml/2006/main" lIns="228600" tIns="228600" rIns="228600" bIns="228600" anchor="ctr"/>
          <a:lstStyle xmlns:a="http://schemas.openxmlformats.org/drawingml/2006/main">
            <a:defPPr algn="ctr">
              <a:defRPr sz="1800">
                <a:solidFill>
                  <a:srgbClr val="C9C2B6"/>
                </a:solidFill>
                <a:latin typeface="Instrument Sans"/>
                <a:ea typeface="Instrument Sans"/>
                <a:cs typeface="Instrument Sans"/>
              </a:defRPr>
            </a:defPPr>
            <a:lvl1pPr algn="ctr">
              <a:defRPr sz="1800">
                <a:solidFill>
                  <a:srgbClr val="C9C2B6"/>
                </a:solidFill>
                <a:latin typeface="Instrument Sans"/>
                <a:ea typeface="Instrument Sans"/>
                <a:cs typeface="Instrument Sans"/>
              </a:defRPr>
            </a:lvl1pPr>
            <a:lvl2pPr algn="ctr">
              <a:defRPr sz="1800">
                <a:solidFill>
                  <a:srgbClr val="C9C2B6"/>
                </a:solidFill>
                <a:latin typeface="Instrument Sans"/>
                <a:ea typeface="Instrument Sans"/>
                <a:cs typeface="Instrument Sans"/>
              </a:defRPr>
            </a:lvl2pPr>
            <a:lvl3pPr algn="ctr">
              <a:defRPr sz="1800">
                <a:solidFill>
                  <a:srgbClr val="C9C2B6"/>
                </a:solidFill>
                <a:latin typeface="Instrument Sans"/>
                <a:ea typeface="Instrument Sans"/>
                <a:cs typeface="Instrument Sans"/>
              </a:defRPr>
            </a:lvl3pPr>
            <a:lvl4pPr algn="ctr">
              <a:defRPr sz="1800">
                <a:solidFill>
                  <a:srgbClr val="C9C2B6"/>
                </a:solidFill>
                <a:latin typeface="Instrument Sans"/>
                <a:ea typeface="Instrument Sans"/>
                <a:cs typeface="Instrument Sans"/>
              </a:defRPr>
            </a:lvl4pPr>
            <a:lvl5pPr algn="ctr">
              <a:defRPr sz="1800">
                <a:solidFill>
                  <a:srgbClr val="C9C2B6"/>
                </a:solidFill>
                <a:latin typeface="Instrument Sans"/>
                <a:ea typeface="Instrument Sans"/>
                <a:cs typeface="Instrument Sans"/>
              </a:defRPr>
            </a:lvl5pPr>
            <a:lvl6pPr algn="ctr">
              <a:defRPr sz="1800">
                <a:solidFill>
                  <a:srgbClr val="C9C2B6"/>
                </a:solidFill>
                <a:latin typeface="Instrument Sans"/>
                <a:ea typeface="Instrument Sans"/>
                <a:cs typeface="Instrument Sans"/>
              </a:defRPr>
            </a:lvl6pPr>
            <a:lvl7pPr algn="ctr">
              <a:defRPr sz="1800">
                <a:solidFill>
                  <a:srgbClr val="C9C2B6"/>
                </a:solidFill>
                <a:latin typeface="Instrument Sans"/>
                <a:ea typeface="Instrument Sans"/>
                <a:cs typeface="Instrument Sans"/>
              </a:defRPr>
            </a:lvl7pPr>
            <a:lvl8pPr algn="ctr">
              <a:defRPr sz="1800">
                <a:solidFill>
                  <a:srgbClr val="C9C2B6"/>
                </a:solidFill>
                <a:latin typeface="Instrument Sans"/>
                <a:ea typeface="Instrument Sans"/>
                <a:cs typeface="Instrument Sans"/>
              </a:defRPr>
            </a:lvl8pPr>
            <a:lvl9pPr algn="ctr">
              <a:defRPr sz="1800">
                <a:solidFill>
                  <a:srgbClr val="C9C2B6"/>
                </a:solidFill>
                <a:latin typeface="Instrument Sans"/>
                <a:ea typeface="Instrument Sans"/>
                <a:cs typeface="Instrument Sans"/>
              </a:defRPr>
            </a:lvl9pPr>
          </a:lstStyle>
          <a:p xmlns:a="http://schemas.openxmlformats.org/drawingml/2006/main">
            <a:pPr algn="ctr">
              <a:defRPr sz="1800">
                <a:solidFill>
                  <a:srgbClr val="C9C2B6"/>
                </a:solidFill>
                <a:latin typeface="Instrument Sans"/>
                <a:ea typeface="Instrument Sans"/>
                <a:cs typeface="Instrument Sans"/>
              </a:defRPr>
            </a:pPr>
            <a:r>
              <a:rPr sz="1800">
                <a:solidFill>
                  <a:srgbClr val="C9C2B6"/>
                </a:solidFill>
                <a:latin typeface="Instrument Sans"/>
                <a:ea typeface="Instrument Sans"/>
                <a:cs typeface="Instrument Sans"/>
              </a:rPr>
              <a:t>[Diagram, image or screenshot]</a:t>
            </a:r>
          </a:p>
        </p:txBody>
      </p:sp>
    </p:spTree>
    <p:extLst>
      <p:ext uri="{BB962C8B-B14F-4D97-AF65-F5344CB8AC3E}">
        <p14:creationId xmlns:p14="http://schemas.microsoft.com/office/powerpoint/2010/main" val="853777978"/>
      </p:ext>
    </p:extLst>
  </p:cSld>
</p:sld>
</file>

<file path=ppt/slides/slide7.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60D28DA-024F-48A9-A732-D589E9546B68}"/>
              </a:ext>
            </a:extLst>
          </p:cNvPr>
          <p:cNvPicPr>
            <a:picLocks xmlns:a="http://schemas.openxmlformats.org/drawingml/2006/main" noChangeAspect="1"/>
          </p:cNvPicPr>
          <p:nvPr/>
        </p:nvPicPr>
        <p:blipFill>
          <a:blip xmlns:r="http://schemas.openxmlformats.org/officeDocument/2006/relationships" xmlns:a="http://schemas.openxmlformats.org/drawingml/2006/main" r:embed="R608deec2bdd340b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uiet content background">
            <a:extLst xmlns:a="http://schemas.openxmlformats.org/drawingml/2006/main">
              <a:ext uri="{FF2B5EF4-FFF2-40B4-BE49-F238E27FC236}">
                <a16:creationId xmlns:a16="http://schemas.microsoft.com/office/drawing/2014/main" id="{D3FAA912-E71B-4511-967B-1017A65C2A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321">
              <a:alpha val="58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F1B875BE-4C3D-42B8-8624-01E2E9CF840B}"/>
              </a:ext>
            </a:extLst>
          </p:cNvPr>
          <p:cNvPicPr>
            <a:picLocks xmlns:a="http://schemas.openxmlformats.org/drawingml/2006/main" noChangeAspect="1"/>
          </p:cNvPicPr>
          <p:nvPr/>
        </p:nvPicPr>
        <p:blipFill>
          <a:blip xmlns:r="http://schemas.openxmlformats.org/officeDocument/2006/relationships" xmlns:a="http://schemas.openxmlformats.org/drawingml/2006/main" r:embed="R4184d8a48d7c4a0f"/>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4" name="Global AI Nights Berlin">
            <a:extLst xmlns:a="http://schemas.openxmlformats.org/drawingml/2006/main">
              <a:ext uri="{FF2B5EF4-FFF2-40B4-BE49-F238E27FC236}">
                <a16:creationId xmlns:a16="http://schemas.microsoft.com/office/drawing/2014/main" id="{4F16A541-E6C8-4939-9605-4F3D97364643}"/>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5" name="07">
            <a:extLst xmlns:a="http://schemas.openxmlformats.org/drawingml/2006/main">
              <a:ext uri="{FF2B5EF4-FFF2-40B4-BE49-F238E27FC236}">
                <a16:creationId xmlns:a16="http://schemas.microsoft.com/office/drawing/2014/main" id="{DCDCFB92-6DBF-46F2-99DF-DCE655E11258}"/>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07</a:t>
            </a:r>
          </a:p>
        </p:txBody>
      </p:sp>
      <p:sp>
        <p:nvSpPr>
          <p:cNvPr id="6" name="[Comparison title]">
            <a:extLst xmlns:a="http://schemas.openxmlformats.org/drawingml/2006/main">
              <a:ext uri="{FF2B5EF4-FFF2-40B4-BE49-F238E27FC236}">
                <a16:creationId xmlns:a16="http://schemas.microsoft.com/office/drawing/2014/main" id="{65A70869-C76C-49E9-AF5F-B3AE2FD9F05B}"/>
              </a:ext>
            </a:extLst>
          </p:cNvPr>
          <p:cNvSpPr>
            <a:spLocks xmlns:a="http://schemas.openxmlformats.org/drawingml/2006/main" noGrp="1"/>
          </p:cNvSpPr>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[Comparison title]</a:t>
            </a:r>
          </a:p>
        </p:txBody>
      </p:sp>
      <p:sp>
        <p:nvSpPr>
          <p:cNvPr id="7" name="placeholder">
            <a:extLst xmlns:a="http://schemas.openxmlformats.org/drawingml/2006/main">
              <a:ext uri="{FF2B5EF4-FFF2-40B4-BE49-F238E27FC236}">
                <a16:creationId xmlns:a16="http://schemas.microsoft.com/office/drawing/2014/main" id="{DDF92196-2CD8-4C23-A74C-4642B43093F3}"/>
              </a:ext>
            </a:extLst>
          </p:cNvPr>
          <p:cNvSpPr>
            <a:spLocks xmlns:a="http://schemas.openxmlformats.org/drawingml/2006/main" noGrp="1"/>
          </p:cNvSpPr>
          <p:nvPr/>
        </p:nvSpPr>
        <p:spPr>
          <a:xfrm xmlns:a="http://schemas.openxmlformats.org/drawingml/2006/main">
            <a:off x="609600" y="1809750"/>
            <a:ext cx="10953750" cy="590550"/>
          </a:xfrm>
          <a:prstGeom xmlns:a="http://schemas.openxmlformats.org/drawingml/2006/main" prst="rect">
            <a:avLst/>
          </a:prstGeom>
          <a:solidFill xmlns:a="http://schemas.openxmlformats.org/drawingml/2006/main">
            <a:srgbClr val="35332F"/>
          </a:solidFill>
          <a:ln xmlns:a="http://schemas.openxmlformats.org/drawingml/2006/main" w="0">
            <a:noFill/>
            <a:prstDash val="solid"/>
          </a:ln>
        </p:spPr>
      </p:sp>
      <p:sp>
        <p:nvSpPr>
          <p:cNvPr id="8" name="[Approach A]">
            <a:extLst xmlns:a="http://schemas.openxmlformats.org/drawingml/2006/main">
              <a:ext uri="{FF2B5EF4-FFF2-40B4-BE49-F238E27FC236}">
                <a16:creationId xmlns:a16="http://schemas.microsoft.com/office/drawing/2014/main" id="{E53A2840-3948-4AF7-B749-CD9813D330F7}"/>
              </a:ext>
            </a:extLst>
          </p:cNvPr>
          <p:cNvSpPr>
            <a:spLocks xmlns:a="http://schemas.openxmlformats.org/drawingml/2006/main" noGrp="1"/>
          </p:cNvSpPr>
          <p:nvPr/>
        </p:nvSpPr>
        <p:spPr>
          <a:xfrm xmlns:a="http://schemas.openxmlformats.org/drawingml/2006/main">
            <a:off x="819150" y="1943100"/>
            <a:ext cx="466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F5F4EC"/>
                </a:solidFill>
                <a:latin typeface="Space Grotesk"/>
                <a:ea typeface="Space Grotesk"/>
                <a:cs typeface="Space Grotesk"/>
              </a:defRPr>
            </a:defPPr>
            <a:lvl1pPr>
              <a:defRPr sz="2325" b="1">
                <a:solidFill>
                  <a:srgbClr val="F5F4EC"/>
                </a:solidFill>
                <a:latin typeface="Space Grotesk"/>
                <a:ea typeface="Space Grotesk"/>
                <a:cs typeface="Space Grotesk"/>
              </a:defRPr>
            </a:lvl1pPr>
            <a:lvl2pPr>
              <a:defRPr sz="2325" b="1">
                <a:solidFill>
                  <a:srgbClr val="F5F4EC"/>
                </a:solidFill>
                <a:latin typeface="Space Grotesk"/>
                <a:ea typeface="Space Grotesk"/>
                <a:cs typeface="Space Grotesk"/>
              </a:defRPr>
            </a:lvl2pPr>
            <a:lvl3pPr>
              <a:defRPr sz="2325" b="1">
                <a:solidFill>
                  <a:srgbClr val="F5F4EC"/>
                </a:solidFill>
                <a:latin typeface="Space Grotesk"/>
                <a:ea typeface="Space Grotesk"/>
                <a:cs typeface="Space Grotesk"/>
              </a:defRPr>
            </a:lvl3pPr>
            <a:lvl4pPr>
              <a:defRPr sz="2325" b="1">
                <a:solidFill>
                  <a:srgbClr val="F5F4EC"/>
                </a:solidFill>
                <a:latin typeface="Space Grotesk"/>
                <a:ea typeface="Space Grotesk"/>
                <a:cs typeface="Space Grotesk"/>
              </a:defRPr>
            </a:lvl4pPr>
            <a:lvl5pPr>
              <a:defRPr sz="2325" b="1">
                <a:solidFill>
                  <a:srgbClr val="F5F4EC"/>
                </a:solidFill>
                <a:latin typeface="Space Grotesk"/>
                <a:ea typeface="Space Grotesk"/>
                <a:cs typeface="Space Grotesk"/>
              </a:defRPr>
            </a:lvl5pPr>
            <a:lvl6pPr>
              <a:defRPr sz="2325" b="1">
                <a:solidFill>
                  <a:srgbClr val="F5F4EC"/>
                </a:solidFill>
                <a:latin typeface="Space Grotesk"/>
                <a:ea typeface="Space Grotesk"/>
                <a:cs typeface="Space Grotesk"/>
              </a:defRPr>
            </a:lvl6pPr>
            <a:lvl7pPr>
              <a:defRPr sz="2325" b="1">
                <a:solidFill>
                  <a:srgbClr val="F5F4EC"/>
                </a:solidFill>
                <a:latin typeface="Space Grotesk"/>
                <a:ea typeface="Space Grotesk"/>
                <a:cs typeface="Space Grotesk"/>
              </a:defRPr>
            </a:lvl7pPr>
            <a:lvl8pPr>
              <a:defRPr sz="2325" b="1">
                <a:solidFill>
                  <a:srgbClr val="F5F4EC"/>
                </a:solidFill>
                <a:latin typeface="Space Grotesk"/>
                <a:ea typeface="Space Grotesk"/>
                <a:cs typeface="Space Grotesk"/>
              </a:defRPr>
            </a:lvl8pPr>
            <a:lvl9pPr>
              <a:defRPr sz="2325" b="1">
                <a:solidFill>
                  <a:srgbClr val="F5F4EC"/>
                </a:solidFill>
                <a:latin typeface="Space Grotesk"/>
                <a:ea typeface="Space Grotesk"/>
                <a:cs typeface="Space Grotesk"/>
              </a:defRPr>
            </a:lvl9pPr>
          </a:lstStyle>
          <a:p xmlns:a="http://schemas.openxmlformats.org/drawingml/2006/main">
            <a:pPr>
              <a:defRPr sz="2325" b="1">
                <a:solidFill>
                  <a:srgbClr val="F5F4EC"/>
                </a:solidFill>
                <a:latin typeface="Space Grotesk"/>
                <a:ea typeface="Space Grotesk"/>
                <a:cs typeface="Space Grotesk"/>
              </a:defRPr>
            </a:pPr>
            <a:r>
              <a:rPr sz="2325" b="1">
                <a:solidFill>
                  <a:srgbClr val="F5F4EC"/>
                </a:solidFill>
                <a:latin typeface="Space Grotesk"/>
                <a:ea typeface="Space Grotesk"/>
                <a:cs typeface="Space Grotesk"/>
              </a:rPr>
              <a:t>[Approach A]</a:t>
            </a:r>
          </a:p>
        </p:txBody>
      </p:sp>
      <p:sp>
        <p:nvSpPr>
          <p:cNvPr id="9" name="[Approach B]">
            <a:extLst xmlns:a="http://schemas.openxmlformats.org/drawingml/2006/main">
              <a:ext uri="{FF2B5EF4-FFF2-40B4-BE49-F238E27FC236}">
                <a16:creationId xmlns:a16="http://schemas.microsoft.com/office/drawing/2014/main" id="{9CDC8D25-62CC-4C53-977E-36F75D88BD9F}"/>
              </a:ext>
            </a:extLst>
          </p:cNvPr>
          <p:cNvSpPr>
            <a:spLocks xmlns:a="http://schemas.openxmlformats.org/drawingml/2006/main" noGrp="1"/>
          </p:cNvSpPr>
          <p:nvPr/>
        </p:nvSpPr>
        <p:spPr>
          <a:xfrm xmlns:a="http://schemas.openxmlformats.org/drawingml/2006/main">
            <a:off x="6381750" y="1943100"/>
            <a:ext cx="466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F5F4EC"/>
                </a:solidFill>
                <a:latin typeface="Space Grotesk"/>
                <a:ea typeface="Space Grotesk"/>
                <a:cs typeface="Space Grotesk"/>
              </a:defRPr>
            </a:defPPr>
            <a:lvl1pPr>
              <a:defRPr sz="2325" b="1">
                <a:solidFill>
                  <a:srgbClr val="F5F4EC"/>
                </a:solidFill>
                <a:latin typeface="Space Grotesk"/>
                <a:ea typeface="Space Grotesk"/>
                <a:cs typeface="Space Grotesk"/>
              </a:defRPr>
            </a:lvl1pPr>
            <a:lvl2pPr>
              <a:defRPr sz="2325" b="1">
                <a:solidFill>
                  <a:srgbClr val="F5F4EC"/>
                </a:solidFill>
                <a:latin typeface="Space Grotesk"/>
                <a:ea typeface="Space Grotesk"/>
                <a:cs typeface="Space Grotesk"/>
              </a:defRPr>
            </a:lvl2pPr>
            <a:lvl3pPr>
              <a:defRPr sz="2325" b="1">
                <a:solidFill>
                  <a:srgbClr val="F5F4EC"/>
                </a:solidFill>
                <a:latin typeface="Space Grotesk"/>
                <a:ea typeface="Space Grotesk"/>
                <a:cs typeface="Space Grotesk"/>
              </a:defRPr>
            </a:lvl3pPr>
            <a:lvl4pPr>
              <a:defRPr sz="2325" b="1">
                <a:solidFill>
                  <a:srgbClr val="F5F4EC"/>
                </a:solidFill>
                <a:latin typeface="Space Grotesk"/>
                <a:ea typeface="Space Grotesk"/>
                <a:cs typeface="Space Grotesk"/>
              </a:defRPr>
            </a:lvl4pPr>
            <a:lvl5pPr>
              <a:defRPr sz="2325" b="1">
                <a:solidFill>
                  <a:srgbClr val="F5F4EC"/>
                </a:solidFill>
                <a:latin typeface="Space Grotesk"/>
                <a:ea typeface="Space Grotesk"/>
                <a:cs typeface="Space Grotesk"/>
              </a:defRPr>
            </a:lvl5pPr>
            <a:lvl6pPr>
              <a:defRPr sz="2325" b="1">
                <a:solidFill>
                  <a:srgbClr val="F5F4EC"/>
                </a:solidFill>
                <a:latin typeface="Space Grotesk"/>
                <a:ea typeface="Space Grotesk"/>
                <a:cs typeface="Space Grotesk"/>
              </a:defRPr>
            </a:lvl6pPr>
            <a:lvl7pPr>
              <a:defRPr sz="2325" b="1">
                <a:solidFill>
                  <a:srgbClr val="F5F4EC"/>
                </a:solidFill>
                <a:latin typeface="Space Grotesk"/>
                <a:ea typeface="Space Grotesk"/>
                <a:cs typeface="Space Grotesk"/>
              </a:defRPr>
            </a:lvl7pPr>
            <a:lvl8pPr>
              <a:defRPr sz="2325" b="1">
                <a:solidFill>
                  <a:srgbClr val="F5F4EC"/>
                </a:solidFill>
                <a:latin typeface="Space Grotesk"/>
                <a:ea typeface="Space Grotesk"/>
                <a:cs typeface="Space Grotesk"/>
              </a:defRPr>
            </a:lvl8pPr>
            <a:lvl9pPr>
              <a:defRPr sz="2325" b="1">
                <a:solidFill>
                  <a:srgbClr val="F5F4EC"/>
                </a:solidFill>
                <a:latin typeface="Space Grotesk"/>
                <a:ea typeface="Space Grotesk"/>
                <a:cs typeface="Space Grotesk"/>
              </a:defRPr>
            </a:lvl9pPr>
          </a:lstStyle>
          <a:p xmlns:a="http://schemas.openxmlformats.org/drawingml/2006/main">
            <a:pPr>
              <a:defRPr sz="2325" b="1">
                <a:solidFill>
                  <a:srgbClr val="F5F4EC"/>
                </a:solidFill>
                <a:latin typeface="Space Grotesk"/>
                <a:ea typeface="Space Grotesk"/>
                <a:cs typeface="Space Grotesk"/>
              </a:defRPr>
            </a:pPr>
            <a:r>
              <a:rPr sz="2325" b="1">
                <a:solidFill>
                  <a:srgbClr val="F5F4EC"/>
                </a:solidFill>
                <a:latin typeface="Space Grotesk"/>
                <a:ea typeface="Space Grotesk"/>
                <a:cs typeface="Space Grotesk"/>
              </a:rPr>
              <a:t>[Approach B]</a:t>
            </a:r>
          </a:p>
        </p:txBody>
      </p:sp>
      <p:sp>
        <p:nvSpPr>
          <p:cNvPr id="10" name="[When you would use it]&#10;&#10;[What works wel">
            <a:extLst xmlns:a="http://schemas.openxmlformats.org/drawingml/2006/main">
              <a:ext uri="{FF2B5EF4-FFF2-40B4-BE49-F238E27FC236}">
                <a16:creationId xmlns:a16="http://schemas.microsoft.com/office/drawing/2014/main" id="{A6266B7D-6403-4D43-9A36-7F6366080D28}"/>
              </a:ext>
            </a:extLst>
          </p:cNvPr>
          <p:cNvSpPr>
            <a:spLocks xmlns:a="http://schemas.openxmlformats.org/drawingml/2006/main" noGrp="1"/>
          </p:cNvSpPr>
          <p:nvPr/>
        </p:nvSpPr>
        <p:spPr>
          <a:xfrm xmlns:a="http://schemas.openxmlformats.org/drawingml/2006/main">
            <a:off x="819150" y="2819400"/>
            <a:ext cx="476250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F5F4EC"/>
                </a:solidFill>
                <a:latin typeface="Instrument Sans"/>
                <a:ea typeface="Instrument Sans"/>
                <a:cs typeface="Instrument Sans"/>
              </a:defRPr>
            </a:defPPr>
            <a:lvl1pPr>
              <a:defRPr sz="2100" b="0">
                <a:solidFill>
                  <a:srgbClr val="F5F4EC"/>
                </a:solidFill>
                <a:latin typeface="Instrument Sans"/>
                <a:ea typeface="Instrument Sans"/>
                <a:cs typeface="Instrument Sans"/>
              </a:defRPr>
            </a:lvl1pPr>
            <a:lvl2pPr>
              <a:defRPr sz="2100" b="0">
                <a:solidFill>
                  <a:srgbClr val="F5F4EC"/>
                </a:solidFill>
                <a:latin typeface="Instrument Sans"/>
                <a:ea typeface="Instrument Sans"/>
                <a:cs typeface="Instrument Sans"/>
              </a:defRPr>
            </a:lvl2pPr>
            <a:lvl3pPr>
              <a:defRPr sz="2100" b="0">
                <a:solidFill>
                  <a:srgbClr val="F5F4EC"/>
                </a:solidFill>
                <a:latin typeface="Instrument Sans"/>
                <a:ea typeface="Instrument Sans"/>
                <a:cs typeface="Instrument Sans"/>
              </a:defRPr>
            </a:lvl3pPr>
            <a:lvl4pPr>
              <a:defRPr sz="2100" b="0">
                <a:solidFill>
                  <a:srgbClr val="F5F4EC"/>
                </a:solidFill>
                <a:latin typeface="Instrument Sans"/>
                <a:ea typeface="Instrument Sans"/>
                <a:cs typeface="Instrument Sans"/>
              </a:defRPr>
            </a:lvl4pPr>
            <a:lvl5pPr>
              <a:defRPr sz="2100" b="0">
                <a:solidFill>
                  <a:srgbClr val="F5F4EC"/>
                </a:solidFill>
                <a:latin typeface="Instrument Sans"/>
                <a:ea typeface="Instrument Sans"/>
                <a:cs typeface="Instrument Sans"/>
              </a:defRPr>
            </a:lvl5pPr>
            <a:lvl6pPr>
              <a:defRPr sz="2100" b="0">
                <a:solidFill>
                  <a:srgbClr val="F5F4EC"/>
                </a:solidFill>
                <a:latin typeface="Instrument Sans"/>
                <a:ea typeface="Instrument Sans"/>
                <a:cs typeface="Instrument Sans"/>
              </a:defRPr>
            </a:lvl6pPr>
            <a:lvl7pPr>
              <a:defRPr sz="2100" b="0">
                <a:solidFill>
                  <a:srgbClr val="F5F4EC"/>
                </a:solidFill>
                <a:latin typeface="Instrument Sans"/>
                <a:ea typeface="Instrument Sans"/>
                <a:cs typeface="Instrument Sans"/>
              </a:defRPr>
            </a:lvl7pPr>
            <a:lvl8pPr>
              <a:defRPr sz="2100" b="0">
                <a:solidFill>
                  <a:srgbClr val="F5F4EC"/>
                </a:solidFill>
                <a:latin typeface="Instrument Sans"/>
                <a:ea typeface="Instrument Sans"/>
                <a:cs typeface="Instrument Sans"/>
              </a:defRPr>
            </a:lvl8pPr>
            <a:lvl9pPr>
              <a:defRPr sz="2100" b="0">
                <a:solidFill>
                  <a:srgbClr val="F5F4EC"/>
                </a:solidFill>
                <a:latin typeface="Instrument Sans"/>
                <a:ea typeface="Instrument Sans"/>
                <a:cs typeface="Instrument Sans"/>
              </a:defRPr>
            </a:lvl9pPr>
          </a:lstStyle>
          <a:p xmlns:a="http://schemas.openxmlformats.org/drawingml/2006/main">
            <a:pPr>
              <a:defRPr sz="2100" b="0">
                <a:solidFill>
                  <a:srgbClr val="F5F4EC"/>
                </a:solidFill>
                <a:latin typeface="Instrument Sans"/>
                <a:ea typeface="Instrument Sans"/>
                <a:cs typeface="Instrument Sans"/>
              </a:defRPr>
            </a:pPr>
            <a:r>
              <a:rPr sz="2100" b="0">
                <a:solidFill>
                  <a:srgbClr val="F5F4EC"/>
                </a:solidFill>
                <a:latin typeface="Instrument Sans"/>
                <a:ea typeface="Instrument Sans"/>
                <a:cs typeface="Instrument Sans"/>
              </a:rPr>
              <a:t>[When you would use it]</a:t>
            </a:r>
          </a:p>
          <a:p xmlns:a="http://schemas.openxmlformats.org/drawingml/2006/main">
            <a:r>
              <a:t/>
            </a:r>
          </a:p>
          <a:p xmlns:a="http://schemas.openxmlformats.org/drawingml/2006/main">
            <a:pPr>
              <a:defRPr sz="2100" b="0">
                <a:solidFill>
                  <a:srgbClr val="F5F4EC"/>
                </a:solidFill>
                <a:latin typeface="Instrument Sans"/>
                <a:ea typeface="Instrument Sans"/>
                <a:cs typeface="Instrument Sans"/>
              </a:defRPr>
            </a:pPr>
            <a:r>
              <a:rPr sz="2100" b="0">
                <a:solidFill>
                  <a:srgbClr val="F5F4EC"/>
                </a:solidFill>
                <a:latin typeface="Instrument Sans"/>
                <a:ea typeface="Instrument Sans"/>
                <a:cs typeface="Instrument Sans"/>
              </a:rPr>
              <a:t>[What works well]</a:t>
            </a:r>
          </a:p>
          <a:p xmlns:a="http://schemas.openxmlformats.org/drawingml/2006/main">
            <a:r>
              <a:t/>
            </a:r>
          </a:p>
          <a:p xmlns:a="http://schemas.openxmlformats.org/drawingml/2006/main">
            <a:pPr>
              <a:defRPr sz="2100" b="0">
                <a:solidFill>
                  <a:srgbClr val="F5F4EC"/>
                </a:solidFill>
                <a:latin typeface="Instrument Sans"/>
                <a:ea typeface="Instrument Sans"/>
                <a:cs typeface="Instrument Sans"/>
              </a:defRPr>
            </a:pPr>
            <a:r>
              <a:rPr sz="2100" b="0">
                <a:solidFill>
                  <a:srgbClr val="F5F4EC"/>
                </a:solidFill>
                <a:latin typeface="Instrument Sans"/>
                <a:ea typeface="Instrument Sans"/>
                <a:cs typeface="Instrument Sans"/>
              </a:rPr>
              <a:t>[What to watch for]</a:t>
            </a:r>
          </a:p>
        </p:txBody>
      </p:sp>
      <p:sp>
        <p:nvSpPr>
          <p:cNvPr id="11" name="[When you would use it]&#10;&#10;[What works wel">
            <a:extLst xmlns:a="http://schemas.openxmlformats.org/drawingml/2006/main">
              <a:ext uri="{FF2B5EF4-FFF2-40B4-BE49-F238E27FC236}">
                <a16:creationId xmlns:a16="http://schemas.microsoft.com/office/drawing/2014/main" id="{67F29B37-A150-465D-9CE5-EDC9E0A75EAF}"/>
              </a:ext>
            </a:extLst>
          </p:cNvPr>
          <p:cNvSpPr>
            <a:spLocks xmlns:a="http://schemas.openxmlformats.org/drawingml/2006/main" noGrp="1"/>
          </p:cNvSpPr>
          <p:nvPr/>
        </p:nvSpPr>
        <p:spPr>
          <a:xfrm xmlns:a="http://schemas.openxmlformats.org/drawingml/2006/main">
            <a:off x="6381750" y="2819400"/>
            <a:ext cx="476250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F5F4EC"/>
                </a:solidFill>
                <a:latin typeface="Instrument Sans"/>
                <a:ea typeface="Instrument Sans"/>
                <a:cs typeface="Instrument Sans"/>
              </a:defRPr>
            </a:defPPr>
            <a:lvl1pPr>
              <a:defRPr sz="2100" b="0">
                <a:solidFill>
                  <a:srgbClr val="F5F4EC"/>
                </a:solidFill>
                <a:latin typeface="Instrument Sans"/>
                <a:ea typeface="Instrument Sans"/>
                <a:cs typeface="Instrument Sans"/>
              </a:defRPr>
            </a:lvl1pPr>
            <a:lvl2pPr>
              <a:defRPr sz="2100" b="0">
                <a:solidFill>
                  <a:srgbClr val="F5F4EC"/>
                </a:solidFill>
                <a:latin typeface="Instrument Sans"/>
                <a:ea typeface="Instrument Sans"/>
                <a:cs typeface="Instrument Sans"/>
              </a:defRPr>
            </a:lvl2pPr>
            <a:lvl3pPr>
              <a:defRPr sz="2100" b="0">
                <a:solidFill>
                  <a:srgbClr val="F5F4EC"/>
                </a:solidFill>
                <a:latin typeface="Instrument Sans"/>
                <a:ea typeface="Instrument Sans"/>
                <a:cs typeface="Instrument Sans"/>
              </a:defRPr>
            </a:lvl3pPr>
            <a:lvl4pPr>
              <a:defRPr sz="2100" b="0">
                <a:solidFill>
                  <a:srgbClr val="F5F4EC"/>
                </a:solidFill>
                <a:latin typeface="Instrument Sans"/>
                <a:ea typeface="Instrument Sans"/>
                <a:cs typeface="Instrument Sans"/>
              </a:defRPr>
            </a:lvl4pPr>
            <a:lvl5pPr>
              <a:defRPr sz="2100" b="0">
                <a:solidFill>
                  <a:srgbClr val="F5F4EC"/>
                </a:solidFill>
                <a:latin typeface="Instrument Sans"/>
                <a:ea typeface="Instrument Sans"/>
                <a:cs typeface="Instrument Sans"/>
              </a:defRPr>
            </a:lvl5pPr>
            <a:lvl6pPr>
              <a:defRPr sz="2100" b="0">
                <a:solidFill>
                  <a:srgbClr val="F5F4EC"/>
                </a:solidFill>
                <a:latin typeface="Instrument Sans"/>
                <a:ea typeface="Instrument Sans"/>
                <a:cs typeface="Instrument Sans"/>
              </a:defRPr>
            </a:lvl6pPr>
            <a:lvl7pPr>
              <a:defRPr sz="2100" b="0">
                <a:solidFill>
                  <a:srgbClr val="F5F4EC"/>
                </a:solidFill>
                <a:latin typeface="Instrument Sans"/>
                <a:ea typeface="Instrument Sans"/>
                <a:cs typeface="Instrument Sans"/>
              </a:defRPr>
            </a:lvl7pPr>
            <a:lvl8pPr>
              <a:defRPr sz="2100" b="0">
                <a:solidFill>
                  <a:srgbClr val="F5F4EC"/>
                </a:solidFill>
                <a:latin typeface="Instrument Sans"/>
                <a:ea typeface="Instrument Sans"/>
                <a:cs typeface="Instrument Sans"/>
              </a:defRPr>
            </a:lvl8pPr>
            <a:lvl9pPr>
              <a:defRPr sz="2100" b="0">
                <a:solidFill>
                  <a:srgbClr val="F5F4EC"/>
                </a:solidFill>
                <a:latin typeface="Instrument Sans"/>
                <a:ea typeface="Instrument Sans"/>
                <a:cs typeface="Instrument Sans"/>
              </a:defRPr>
            </a:lvl9pPr>
          </a:lstStyle>
          <a:p xmlns:a="http://schemas.openxmlformats.org/drawingml/2006/main">
            <a:pPr>
              <a:defRPr sz="2100" b="0">
                <a:solidFill>
                  <a:srgbClr val="F5F4EC"/>
                </a:solidFill>
                <a:latin typeface="Instrument Sans"/>
                <a:ea typeface="Instrument Sans"/>
                <a:cs typeface="Instrument Sans"/>
              </a:defRPr>
            </a:pPr>
            <a:r>
              <a:rPr sz="2100" b="0">
                <a:solidFill>
                  <a:srgbClr val="F5F4EC"/>
                </a:solidFill>
                <a:latin typeface="Instrument Sans"/>
                <a:ea typeface="Instrument Sans"/>
                <a:cs typeface="Instrument Sans"/>
              </a:rPr>
              <a:t>[When you would use it]</a:t>
            </a:r>
          </a:p>
          <a:p xmlns:a="http://schemas.openxmlformats.org/drawingml/2006/main">
            <a:r>
              <a:t/>
            </a:r>
          </a:p>
          <a:p xmlns:a="http://schemas.openxmlformats.org/drawingml/2006/main">
            <a:pPr>
              <a:defRPr sz="2100" b="0">
                <a:solidFill>
                  <a:srgbClr val="F5F4EC"/>
                </a:solidFill>
                <a:latin typeface="Instrument Sans"/>
                <a:ea typeface="Instrument Sans"/>
                <a:cs typeface="Instrument Sans"/>
              </a:defRPr>
            </a:pPr>
            <a:r>
              <a:rPr sz="2100" b="0">
                <a:solidFill>
                  <a:srgbClr val="F5F4EC"/>
                </a:solidFill>
                <a:latin typeface="Instrument Sans"/>
                <a:ea typeface="Instrument Sans"/>
                <a:cs typeface="Instrument Sans"/>
              </a:rPr>
              <a:t>[What works well]</a:t>
            </a:r>
          </a:p>
          <a:p xmlns:a="http://schemas.openxmlformats.org/drawingml/2006/main">
            <a:r>
              <a:t/>
            </a:r>
          </a:p>
          <a:p xmlns:a="http://schemas.openxmlformats.org/drawingml/2006/main">
            <a:pPr>
              <a:defRPr sz="2100" b="0">
                <a:solidFill>
                  <a:srgbClr val="F5F4EC"/>
                </a:solidFill>
                <a:latin typeface="Instrument Sans"/>
                <a:ea typeface="Instrument Sans"/>
                <a:cs typeface="Instrument Sans"/>
              </a:defRPr>
            </a:pPr>
            <a:r>
              <a:rPr sz="2100" b="0">
                <a:solidFill>
                  <a:srgbClr val="F5F4EC"/>
                </a:solidFill>
                <a:latin typeface="Instrument Sans"/>
                <a:ea typeface="Instrument Sans"/>
                <a:cs typeface="Instrument Sans"/>
              </a:rPr>
              <a:t>[What to watch for]</a:t>
            </a:r>
          </a:p>
        </p:txBody>
      </p:sp>
    </p:spTree>
    <p:extLst>
      <p:ext uri="{BB962C8B-B14F-4D97-AF65-F5344CB8AC3E}">
        <p14:creationId xmlns:p14="http://schemas.microsoft.com/office/powerpoint/2010/main" val="1575061748"/>
      </p:ext>
    </p:extLst>
  </p:cSld>
</p:sld>
</file>

<file path=ppt/slides/slide8.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019A4CC-F388-4B43-A30A-B199D08D9702}"/>
              </a:ext>
            </a:extLst>
          </p:cNvPr>
          <p:cNvPicPr>
            <a:picLocks xmlns:a="http://schemas.openxmlformats.org/drawingml/2006/main" noChangeAspect="1"/>
          </p:cNvPicPr>
          <p:nvPr/>
        </p:nvPicPr>
        <p:blipFill>
          <a:blip xmlns:r="http://schemas.openxmlformats.org/officeDocument/2006/relationships" xmlns:a="http://schemas.openxmlformats.org/drawingml/2006/main" r:embed="Rdf740c893608435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uiet content background">
            <a:extLst xmlns:a="http://schemas.openxmlformats.org/drawingml/2006/main">
              <a:ext uri="{FF2B5EF4-FFF2-40B4-BE49-F238E27FC236}">
                <a16:creationId xmlns:a16="http://schemas.microsoft.com/office/drawing/2014/main" id="{7630C8C3-C539-4014-B68E-91764D13E4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321">
              <a:alpha val="58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6BA22F9A-A629-4CC7-B244-F26BE620A784}"/>
              </a:ext>
            </a:extLst>
          </p:cNvPr>
          <p:cNvPicPr>
            <a:picLocks xmlns:a="http://schemas.openxmlformats.org/drawingml/2006/main" noChangeAspect="1"/>
          </p:cNvPicPr>
          <p:nvPr/>
        </p:nvPicPr>
        <p:blipFill>
          <a:blip xmlns:r="http://schemas.openxmlformats.org/officeDocument/2006/relationships" xmlns:a="http://schemas.openxmlformats.org/drawingml/2006/main" r:embed="R5453e6d583ba43de"/>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4" name="Global AI Nights Berlin">
            <a:extLst xmlns:a="http://schemas.openxmlformats.org/drawingml/2006/main">
              <a:ext uri="{FF2B5EF4-FFF2-40B4-BE49-F238E27FC236}">
                <a16:creationId xmlns:a16="http://schemas.microsoft.com/office/drawing/2014/main" id="{2319FC9A-A126-4050-8C62-28FB30682EA8}"/>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5" name="08">
            <a:extLst xmlns:a="http://schemas.openxmlformats.org/drawingml/2006/main">
              <a:ext uri="{FF2B5EF4-FFF2-40B4-BE49-F238E27FC236}">
                <a16:creationId xmlns:a16="http://schemas.microsoft.com/office/drawing/2014/main" id="{ADFD8340-85FF-4F9A-83A5-11234D6F55B3}"/>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08</a:t>
            </a:r>
          </a:p>
        </p:txBody>
      </p:sp>
      <p:sp>
        <p:nvSpPr>
          <p:cNvPr id="6" name="Live demo">
            <a:extLst xmlns:a="http://schemas.openxmlformats.org/drawingml/2006/main">
              <a:ext uri="{FF2B5EF4-FFF2-40B4-BE49-F238E27FC236}">
                <a16:creationId xmlns:a16="http://schemas.microsoft.com/office/drawing/2014/main" id="{36E1F0A1-81D2-4805-BD84-5826E2E22AD2}"/>
              </a:ext>
            </a:extLst>
          </p:cNvPr>
          <p:cNvSpPr>
            <a:spLocks xmlns:a="http://schemas.openxmlformats.org/drawingml/2006/main" noGrp="1"/>
          </p:cNvSpPr>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Live demo</a:t>
            </a:r>
          </a:p>
        </p:txBody>
      </p:sp>
      <p:sp>
        <p:nvSpPr>
          <p:cNvPr id="7" name="LET’S BUILD">
            <a:extLst xmlns:a="http://schemas.openxmlformats.org/drawingml/2006/main">
              <a:ext uri="{FF2B5EF4-FFF2-40B4-BE49-F238E27FC236}">
                <a16:creationId xmlns:a16="http://schemas.microsoft.com/office/drawing/2014/main" id="{99AC88FC-5716-4E96-8C2A-649264B21E30}"/>
              </a:ext>
            </a:extLst>
          </p:cNvPr>
          <p:cNvSpPr>
            <a:spLocks xmlns:a="http://schemas.openxmlformats.org/drawingml/2006/main" noGrp="1"/>
          </p:cNvSpPr>
          <p:nvPr/>
        </p:nvSpPr>
        <p:spPr>
          <a:xfrm xmlns:a="http://schemas.openxmlformats.org/drawingml/2006/main">
            <a:off x="609600" y="188595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1">
                <a:solidFill>
                  <a:srgbClr val="EF8D65"/>
                </a:solidFill>
                <a:latin typeface="Space Grotesk"/>
                <a:ea typeface="Space Grotesk"/>
                <a:cs typeface="Space Grotesk"/>
              </a:defRPr>
            </a:defPPr>
            <a:lvl1pPr>
              <a:defRPr sz="1275" b="1">
                <a:solidFill>
                  <a:srgbClr val="EF8D65"/>
                </a:solidFill>
                <a:latin typeface="Space Grotesk"/>
                <a:ea typeface="Space Grotesk"/>
                <a:cs typeface="Space Grotesk"/>
              </a:defRPr>
            </a:lvl1pPr>
            <a:lvl2pPr>
              <a:defRPr sz="1275" b="1">
                <a:solidFill>
                  <a:srgbClr val="EF8D65"/>
                </a:solidFill>
                <a:latin typeface="Space Grotesk"/>
                <a:ea typeface="Space Grotesk"/>
                <a:cs typeface="Space Grotesk"/>
              </a:defRPr>
            </a:lvl2pPr>
            <a:lvl3pPr>
              <a:defRPr sz="1275" b="1">
                <a:solidFill>
                  <a:srgbClr val="EF8D65"/>
                </a:solidFill>
                <a:latin typeface="Space Grotesk"/>
                <a:ea typeface="Space Grotesk"/>
                <a:cs typeface="Space Grotesk"/>
              </a:defRPr>
            </a:lvl3pPr>
            <a:lvl4pPr>
              <a:defRPr sz="1275" b="1">
                <a:solidFill>
                  <a:srgbClr val="EF8D65"/>
                </a:solidFill>
                <a:latin typeface="Space Grotesk"/>
                <a:ea typeface="Space Grotesk"/>
                <a:cs typeface="Space Grotesk"/>
              </a:defRPr>
            </a:lvl4pPr>
            <a:lvl5pPr>
              <a:defRPr sz="1275" b="1">
                <a:solidFill>
                  <a:srgbClr val="EF8D65"/>
                </a:solidFill>
                <a:latin typeface="Space Grotesk"/>
                <a:ea typeface="Space Grotesk"/>
                <a:cs typeface="Space Grotesk"/>
              </a:defRPr>
            </a:lvl5pPr>
            <a:lvl6pPr>
              <a:defRPr sz="1275" b="1">
                <a:solidFill>
                  <a:srgbClr val="EF8D65"/>
                </a:solidFill>
                <a:latin typeface="Space Grotesk"/>
                <a:ea typeface="Space Grotesk"/>
                <a:cs typeface="Space Grotesk"/>
              </a:defRPr>
            </a:lvl6pPr>
            <a:lvl7pPr>
              <a:defRPr sz="1275" b="1">
                <a:solidFill>
                  <a:srgbClr val="EF8D65"/>
                </a:solidFill>
                <a:latin typeface="Space Grotesk"/>
                <a:ea typeface="Space Grotesk"/>
                <a:cs typeface="Space Grotesk"/>
              </a:defRPr>
            </a:lvl7pPr>
            <a:lvl8pPr>
              <a:defRPr sz="1275" b="1">
                <a:solidFill>
                  <a:srgbClr val="EF8D65"/>
                </a:solidFill>
                <a:latin typeface="Space Grotesk"/>
                <a:ea typeface="Space Grotesk"/>
                <a:cs typeface="Space Grotesk"/>
              </a:defRPr>
            </a:lvl8pPr>
            <a:lvl9pPr>
              <a:defRPr sz="1275" b="1">
                <a:solidFill>
                  <a:srgbClr val="EF8D65"/>
                </a:solidFill>
                <a:latin typeface="Space Grotesk"/>
                <a:ea typeface="Space Grotesk"/>
                <a:cs typeface="Space Grotesk"/>
              </a:defRPr>
            </a:lvl9pPr>
          </a:lstStyle>
          <a:p xmlns:a="http://schemas.openxmlformats.org/drawingml/2006/main">
            <a:pPr>
              <a:defRPr sz="1275" b="1">
                <a:solidFill>
                  <a:srgbClr val="EF8D65"/>
                </a:solidFill>
                <a:latin typeface="Space Grotesk"/>
                <a:ea typeface="Space Grotesk"/>
                <a:cs typeface="Space Grotesk"/>
              </a:defRPr>
            </a:pPr>
            <a:r>
              <a:rPr sz="1275" b="1">
                <a:solidFill>
                  <a:srgbClr val="EF8D65"/>
                </a:solidFill>
                <a:latin typeface="Space Grotesk"/>
                <a:ea typeface="Space Grotesk"/>
                <a:cs typeface="Space Grotesk"/>
              </a:rPr>
              <a:t>LET’S BUILD</a:t>
            </a:r>
          </a:p>
        </p:txBody>
      </p:sp>
      <p:sp>
        <p:nvSpPr>
          <p:cNvPr id="8" name="[What we are about&#10;to build or explore]">
            <a:extLst xmlns:a="http://schemas.openxmlformats.org/drawingml/2006/main">
              <a:ext uri="{FF2B5EF4-FFF2-40B4-BE49-F238E27FC236}">
                <a16:creationId xmlns:a16="http://schemas.microsoft.com/office/drawing/2014/main" id="{005223F3-09C0-4B90-AF0D-882910F0F7E4}"/>
              </a:ext>
            </a:extLst>
          </p:cNvPr>
          <p:cNvSpPr>
            <a:spLocks xmlns:a="http://schemas.openxmlformats.org/drawingml/2006/main" noGrp="1"/>
          </p:cNvSpPr>
          <p:nvPr/>
        </p:nvSpPr>
        <p:spPr>
          <a:xfrm xmlns:a="http://schemas.openxmlformats.org/drawingml/2006/main">
            <a:off x="609600" y="2486025"/>
            <a:ext cx="103822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650" b="1">
                <a:solidFill>
                  <a:srgbClr val="F5F4EC"/>
                </a:solidFill>
                <a:latin typeface="Space Grotesk"/>
                <a:ea typeface="Space Grotesk"/>
                <a:cs typeface="Space Grotesk"/>
              </a:defRPr>
            </a:defPPr>
            <a:lvl1pPr>
              <a:defRPr sz="4650" b="1">
                <a:solidFill>
                  <a:srgbClr val="F5F4EC"/>
                </a:solidFill>
                <a:latin typeface="Space Grotesk"/>
                <a:ea typeface="Space Grotesk"/>
                <a:cs typeface="Space Grotesk"/>
              </a:defRPr>
            </a:lvl1pPr>
            <a:lvl2pPr>
              <a:defRPr sz="4650" b="1">
                <a:solidFill>
                  <a:srgbClr val="F5F4EC"/>
                </a:solidFill>
                <a:latin typeface="Space Grotesk"/>
                <a:ea typeface="Space Grotesk"/>
                <a:cs typeface="Space Grotesk"/>
              </a:defRPr>
            </a:lvl2pPr>
            <a:lvl3pPr>
              <a:defRPr sz="4650" b="1">
                <a:solidFill>
                  <a:srgbClr val="F5F4EC"/>
                </a:solidFill>
                <a:latin typeface="Space Grotesk"/>
                <a:ea typeface="Space Grotesk"/>
                <a:cs typeface="Space Grotesk"/>
              </a:defRPr>
            </a:lvl3pPr>
            <a:lvl4pPr>
              <a:defRPr sz="4650" b="1">
                <a:solidFill>
                  <a:srgbClr val="F5F4EC"/>
                </a:solidFill>
                <a:latin typeface="Space Grotesk"/>
                <a:ea typeface="Space Grotesk"/>
                <a:cs typeface="Space Grotesk"/>
              </a:defRPr>
            </a:lvl4pPr>
            <a:lvl5pPr>
              <a:defRPr sz="4650" b="1">
                <a:solidFill>
                  <a:srgbClr val="F5F4EC"/>
                </a:solidFill>
                <a:latin typeface="Space Grotesk"/>
                <a:ea typeface="Space Grotesk"/>
                <a:cs typeface="Space Grotesk"/>
              </a:defRPr>
            </a:lvl5pPr>
            <a:lvl6pPr>
              <a:defRPr sz="4650" b="1">
                <a:solidFill>
                  <a:srgbClr val="F5F4EC"/>
                </a:solidFill>
                <a:latin typeface="Space Grotesk"/>
                <a:ea typeface="Space Grotesk"/>
                <a:cs typeface="Space Grotesk"/>
              </a:defRPr>
            </a:lvl6pPr>
            <a:lvl7pPr>
              <a:defRPr sz="4650" b="1">
                <a:solidFill>
                  <a:srgbClr val="F5F4EC"/>
                </a:solidFill>
                <a:latin typeface="Space Grotesk"/>
                <a:ea typeface="Space Grotesk"/>
                <a:cs typeface="Space Grotesk"/>
              </a:defRPr>
            </a:lvl7pPr>
            <a:lvl8pPr>
              <a:defRPr sz="4650" b="1">
                <a:solidFill>
                  <a:srgbClr val="F5F4EC"/>
                </a:solidFill>
                <a:latin typeface="Space Grotesk"/>
                <a:ea typeface="Space Grotesk"/>
                <a:cs typeface="Space Grotesk"/>
              </a:defRPr>
            </a:lvl8pPr>
            <a:lvl9pPr>
              <a:defRPr sz="4650" b="1">
                <a:solidFill>
                  <a:srgbClr val="F5F4EC"/>
                </a:solidFill>
                <a:latin typeface="Space Grotesk"/>
                <a:ea typeface="Space Grotesk"/>
                <a:cs typeface="Space Grotesk"/>
              </a:defRPr>
            </a:lvl9pPr>
          </a:lstStyle>
          <a:p xmlns:a="http://schemas.openxmlformats.org/drawingml/2006/main">
            <a:pPr>
              <a:defRPr sz="4650" b="1">
                <a:solidFill>
                  <a:srgbClr val="F5F4EC"/>
                </a:solidFill>
                <a:latin typeface="Space Grotesk"/>
                <a:ea typeface="Space Grotesk"/>
                <a:cs typeface="Space Grotesk"/>
              </a:defRPr>
            </a:pPr>
            <a:r>
              <a:rPr sz="4650" b="1">
                <a:solidFill>
                  <a:srgbClr val="F5F4EC"/>
                </a:solidFill>
                <a:latin typeface="Space Grotesk"/>
                <a:ea typeface="Space Grotesk"/>
                <a:cs typeface="Space Grotesk"/>
              </a:rPr>
              <a:t>[What we are about</a:t>
            </a:r>
          </a:p>
          <a:p xmlns:a="http://schemas.openxmlformats.org/drawingml/2006/main">
            <a:pPr>
              <a:defRPr sz="4650" b="1">
                <a:solidFill>
                  <a:srgbClr val="F5F4EC"/>
                </a:solidFill>
                <a:latin typeface="Space Grotesk"/>
                <a:ea typeface="Space Grotesk"/>
                <a:cs typeface="Space Grotesk"/>
              </a:defRPr>
            </a:pPr>
            <a:r>
              <a:rPr sz="4650" b="1">
                <a:solidFill>
                  <a:srgbClr val="F5F4EC"/>
                </a:solidFill>
                <a:latin typeface="Space Grotesk"/>
                <a:ea typeface="Space Grotesk"/>
                <a:cs typeface="Space Grotesk"/>
              </a:rPr>
              <a:t>to build or explore]</a:t>
            </a:r>
          </a:p>
        </p:txBody>
      </p:sp>
      <p:sp>
        <p:nvSpPr>
          <p:cNvPr id="9" name="[Demo goal or expected result]">
            <a:extLst xmlns:a="http://schemas.openxmlformats.org/drawingml/2006/main">
              <a:ext uri="{FF2B5EF4-FFF2-40B4-BE49-F238E27FC236}">
                <a16:creationId xmlns:a16="http://schemas.microsoft.com/office/drawing/2014/main" id="{68D4E308-E185-42AE-A891-10BB304D4B23}"/>
              </a:ext>
            </a:extLst>
          </p:cNvPr>
          <p:cNvSpPr>
            <a:spLocks xmlns:a="http://schemas.openxmlformats.org/drawingml/2006/main" noGrp="1"/>
          </p:cNvSpPr>
          <p:nvPr/>
        </p:nvSpPr>
        <p:spPr>
          <a:xfrm xmlns:a="http://schemas.openxmlformats.org/drawingml/2006/main">
            <a:off x="609600" y="4524375"/>
            <a:ext cx="1019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F4EC"/>
                </a:solidFill>
                <a:latin typeface="Instrument Sans"/>
                <a:ea typeface="Instrument Sans"/>
                <a:cs typeface="Instrument Sans"/>
              </a:defRPr>
            </a:defPPr>
            <a:lvl1pPr>
              <a:defRPr sz="2250" b="0">
                <a:solidFill>
                  <a:srgbClr val="F5F4EC"/>
                </a:solidFill>
                <a:latin typeface="Instrument Sans"/>
                <a:ea typeface="Instrument Sans"/>
                <a:cs typeface="Instrument Sans"/>
              </a:defRPr>
            </a:lvl1pPr>
            <a:lvl2pPr>
              <a:defRPr sz="2250" b="0">
                <a:solidFill>
                  <a:srgbClr val="F5F4EC"/>
                </a:solidFill>
                <a:latin typeface="Instrument Sans"/>
                <a:ea typeface="Instrument Sans"/>
                <a:cs typeface="Instrument Sans"/>
              </a:defRPr>
            </a:lvl2pPr>
            <a:lvl3pPr>
              <a:defRPr sz="2250" b="0">
                <a:solidFill>
                  <a:srgbClr val="F5F4EC"/>
                </a:solidFill>
                <a:latin typeface="Instrument Sans"/>
                <a:ea typeface="Instrument Sans"/>
                <a:cs typeface="Instrument Sans"/>
              </a:defRPr>
            </a:lvl3pPr>
            <a:lvl4pPr>
              <a:defRPr sz="2250" b="0">
                <a:solidFill>
                  <a:srgbClr val="F5F4EC"/>
                </a:solidFill>
                <a:latin typeface="Instrument Sans"/>
                <a:ea typeface="Instrument Sans"/>
                <a:cs typeface="Instrument Sans"/>
              </a:defRPr>
            </a:lvl4pPr>
            <a:lvl5pPr>
              <a:defRPr sz="2250" b="0">
                <a:solidFill>
                  <a:srgbClr val="F5F4EC"/>
                </a:solidFill>
                <a:latin typeface="Instrument Sans"/>
                <a:ea typeface="Instrument Sans"/>
                <a:cs typeface="Instrument Sans"/>
              </a:defRPr>
            </a:lvl5pPr>
            <a:lvl6pPr>
              <a:defRPr sz="2250" b="0">
                <a:solidFill>
                  <a:srgbClr val="F5F4EC"/>
                </a:solidFill>
                <a:latin typeface="Instrument Sans"/>
                <a:ea typeface="Instrument Sans"/>
                <a:cs typeface="Instrument Sans"/>
              </a:defRPr>
            </a:lvl6pPr>
            <a:lvl7pPr>
              <a:defRPr sz="2250" b="0">
                <a:solidFill>
                  <a:srgbClr val="F5F4EC"/>
                </a:solidFill>
                <a:latin typeface="Instrument Sans"/>
                <a:ea typeface="Instrument Sans"/>
                <a:cs typeface="Instrument Sans"/>
              </a:defRPr>
            </a:lvl7pPr>
            <a:lvl8pPr>
              <a:defRPr sz="2250" b="0">
                <a:solidFill>
                  <a:srgbClr val="F5F4EC"/>
                </a:solidFill>
                <a:latin typeface="Instrument Sans"/>
                <a:ea typeface="Instrument Sans"/>
                <a:cs typeface="Instrument Sans"/>
              </a:defRPr>
            </a:lvl8pPr>
            <a:lvl9pPr>
              <a:defRPr sz="2250" b="0">
                <a:solidFill>
                  <a:srgbClr val="F5F4EC"/>
                </a:solidFill>
                <a:latin typeface="Instrument Sans"/>
                <a:ea typeface="Instrument Sans"/>
                <a:cs typeface="Instrument Sans"/>
              </a:defRPr>
            </a:lvl9pPr>
          </a:lstStyle>
          <a:p xmlns:a="http://schemas.openxmlformats.org/drawingml/2006/main">
            <a:pPr>
              <a:defRPr sz="2250" b="0">
                <a:solidFill>
                  <a:srgbClr val="F5F4EC"/>
                </a:solidFill>
                <a:latin typeface="Instrument Sans"/>
                <a:ea typeface="Instrument Sans"/>
                <a:cs typeface="Instrument Sans"/>
              </a:defRPr>
            </a:pPr>
            <a:r>
              <a:rPr sz="2250" b="0">
                <a:solidFill>
                  <a:srgbClr val="F5F4EC"/>
                </a:solidFill>
                <a:latin typeface="Instrument Sans"/>
                <a:ea typeface="Instrument Sans"/>
                <a:cs typeface="Instrument Sans"/>
              </a:rPr>
              <a:t>[Demo goal or expected result]</a:t>
            </a:r>
          </a:p>
        </p:txBody>
      </p:sp>
      <p:sp>
        <p:nvSpPr>
          <p:cNvPr id="10" name="[Repository or demo URL]">
            <a:extLst xmlns:a="http://schemas.openxmlformats.org/drawingml/2006/main">
              <a:ext uri="{FF2B5EF4-FFF2-40B4-BE49-F238E27FC236}">
                <a16:creationId xmlns:a16="http://schemas.microsoft.com/office/drawing/2014/main" id="{FF345A6B-A47E-4F00-92D1-551A4704C38D}"/>
              </a:ext>
            </a:extLst>
          </p:cNvPr>
          <p:cNvSpPr>
            <a:spLocks xmlns:a="http://schemas.openxmlformats.org/drawingml/2006/main" noGrp="1"/>
          </p:cNvSpPr>
          <p:nvPr/>
        </p:nvSpPr>
        <p:spPr>
          <a:xfrm xmlns:a="http://schemas.openxmlformats.org/drawingml/2006/main">
            <a:off x="609600" y="53340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C9C2B6"/>
                </a:solidFill>
                <a:latin typeface="Instrument Sans"/>
                <a:ea typeface="Instrument Sans"/>
                <a:cs typeface="Instrument Sans"/>
              </a:defRPr>
            </a:defPPr>
            <a:lvl1pPr>
              <a:defRPr sz="1725" b="0">
                <a:solidFill>
                  <a:srgbClr val="C9C2B6"/>
                </a:solidFill>
                <a:latin typeface="Instrument Sans"/>
                <a:ea typeface="Instrument Sans"/>
                <a:cs typeface="Instrument Sans"/>
              </a:defRPr>
            </a:lvl1pPr>
            <a:lvl2pPr>
              <a:defRPr sz="1725" b="0">
                <a:solidFill>
                  <a:srgbClr val="C9C2B6"/>
                </a:solidFill>
                <a:latin typeface="Instrument Sans"/>
                <a:ea typeface="Instrument Sans"/>
                <a:cs typeface="Instrument Sans"/>
              </a:defRPr>
            </a:lvl2pPr>
            <a:lvl3pPr>
              <a:defRPr sz="1725" b="0">
                <a:solidFill>
                  <a:srgbClr val="C9C2B6"/>
                </a:solidFill>
                <a:latin typeface="Instrument Sans"/>
                <a:ea typeface="Instrument Sans"/>
                <a:cs typeface="Instrument Sans"/>
              </a:defRPr>
            </a:lvl3pPr>
            <a:lvl4pPr>
              <a:defRPr sz="1725" b="0">
                <a:solidFill>
                  <a:srgbClr val="C9C2B6"/>
                </a:solidFill>
                <a:latin typeface="Instrument Sans"/>
                <a:ea typeface="Instrument Sans"/>
                <a:cs typeface="Instrument Sans"/>
              </a:defRPr>
            </a:lvl4pPr>
            <a:lvl5pPr>
              <a:defRPr sz="1725" b="0">
                <a:solidFill>
                  <a:srgbClr val="C9C2B6"/>
                </a:solidFill>
                <a:latin typeface="Instrument Sans"/>
                <a:ea typeface="Instrument Sans"/>
                <a:cs typeface="Instrument Sans"/>
              </a:defRPr>
            </a:lvl5pPr>
            <a:lvl6pPr>
              <a:defRPr sz="1725" b="0">
                <a:solidFill>
                  <a:srgbClr val="C9C2B6"/>
                </a:solidFill>
                <a:latin typeface="Instrument Sans"/>
                <a:ea typeface="Instrument Sans"/>
                <a:cs typeface="Instrument Sans"/>
              </a:defRPr>
            </a:lvl6pPr>
            <a:lvl7pPr>
              <a:defRPr sz="1725" b="0">
                <a:solidFill>
                  <a:srgbClr val="C9C2B6"/>
                </a:solidFill>
                <a:latin typeface="Instrument Sans"/>
                <a:ea typeface="Instrument Sans"/>
                <a:cs typeface="Instrument Sans"/>
              </a:defRPr>
            </a:lvl7pPr>
            <a:lvl8pPr>
              <a:defRPr sz="1725" b="0">
                <a:solidFill>
                  <a:srgbClr val="C9C2B6"/>
                </a:solidFill>
                <a:latin typeface="Instrument Sans"/>
                <a:ea typeface="Instrument Sans"/>
                <a:cs typeface="Instrument Sans"/>
              </a:defRPr>
            </a:lvl8pPr>
            <a:lvl9pPr>
              <a:defRPr sz="1725" b="0">
                <a:solidFill>
                  <a:srgbClr val="C9C2B6"/>
                </a:solidFill>
                <a:latin typeface="Instrument Sans"/>
                <a:ea typeface="Instrument Sans"/>
                <a:cs typeface="Instrument Sans"/>
              </a:defRPr>
            </a:lvl9pPr>
          </a:lstStyle>
          <a:p xmlns:a="http://schemas.openxmlformats.org/drawingml/2006/main">
            <a:pPr>
              <a:defRPr sz="1725" b="0">
                <a:solidFill>
                  <a:srgbClr val="C9C2B6"/>
                </a:solidFill>
                <a:latin typeface="Instrument Sans"/>
                <a:ea typeface="Instrument Sans"/>
                <a:cs typeface="Instrument Sans"/>
              </a:defRPr>
            </a:pPr>
            <a:r>
              <a:rPr sz="1725" b="0">
                <a:solidFill>
                  <a:srgbClr val="C9C2B6"/>
                </a:solidFill>
                <a:latin typeface="Instrument Sans"/>
                <a:ea typeface="Instrument Sans"/>
                <a:cs typeface="Instrument Sans"/>
              </a:rPr>
              <a:t>[Repository or demo URL]</a:t>
            </a:r>
          </a:p>
        </p:txBody>
      </p:sp>
    </p:spTree>
    <p:extLst>
      <p:ext uri="{BB962C8B-B14F-4D97-AF65-F5344CB8AC3E}">
        <p14:creationId xmlns:p14="http://schemas.microsoft.com/office/powerpoint/2010/main" val="495620068"/>
      </p:ext>
    </p:extLst>
  </p:cSld>
</p:sld>
</file>

<file path=ppt/slides/slide9.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FA97395-E734-469D-B9CD-DD40370A2685}"/>
              </a:ext>
            </a:extLst>
          </p:cNvPr>
          <p:cNvPicPr>
            <a:picLocks xmlns:a="http://schemas.openxmlformats.org/drawingml/2006/main" noChangeAspect="1"/>
          </p:cNvPicPr>
          <p:nvPr/>
        </p:nvPicPr>
        <p:blipFill>
          <a:blip xmlns:r="http://schemas.openxmlformats.org/officeDocument/2006/relationships" xmlns:a="http://schemas.openxmlformats.org/drawingml/2006/main" r:embed="Re3ab61c1fd4641c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uiet content background">
            <a:extLst xmlns:a="http://schemas.openxmlformats.org/drawingml/2006/main">
              <a:ext uri="{FF2B5EF4-FFF2-40B4-BE49-F238E27FC236}">
                <a16:creationId xmlns:a16="http://schemas.microsoft.com/office/drawing/2014/main" id="{813B0CF5-958A-412F-B920-A68AF94549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321">
              <a:alpha val="58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FBA6114E-B8D1-4ED7-B35A-63EEBE256D2B}"/>
              </a:ext>
            </a:extLst>
          </p:cNvPr>
          <p:cNvPicPr>
            <a:picLocks xmlns:a="http://schemas.openxmlformats.org/drawingml/2006/main" noChangeAspect="1"/>
          </p:cNvPicPr>
          <p:nvPr/>
        </p:nvPicPr>
        <p:blipFill>
          <a:blip xmlns:r="http://schemas.openxmlformats.org/officeDocument/2006/relationships" xmlns:a="http://schemas.openxmlformats.org/drawingml/2006/main" r:embed="R06505967e7c54eac"/>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4" name="Global AI Nights Berlin">
            <a:extLst xmlns:a="http://schemas.openxmlformats.org/drawingml/2006/main">
              <a:ext uri="{FF2B5EF4-FFF2-40B4-BE49-F238E27FC236}">
                <a16:creationId xmlns:a16="http://schemas.microsoft.com/office/drawing/2014/main" id="{F8CC28E3-E37A-4A34-A69B-4BB869F83628}"/>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5" name="09">
            <a:extLst xmlns:a="http://schemas.openxmlformats.org/drawingml/2006/main">
              <a:ext uri="{FF2B5EF4-FFF2-40B4-BE49-F238E27FC236}">
                <a16:creationId xmlns:a16="http://schemas.microsoft.com/office/drawing/2014/main" id="{453B4D21-C251-4B7B-A2F7-B13F862DC0E2}"/>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09</a:t>
            </a:r>
          </a:p>
        </p:txBody>
      </p:sp>
      <p:sp>
        <p:nvSpPr>
          <p:cNvPr id="6" name="[Code or demo walkthrough]">
            <a:extLst xmlns:a="http://schemas.openxmlformats.org/drawingml/2006/main">
              <a:ext uri="{FF2B5EF4-FFF2-40B4-BE49-F238E27FC236}">
                <a16:creationId xmlns:a16="http://schemas.microsoft.com/office/drawing/2014/main" id="{75EFEFC9-4F62-4851-9526-17274CFA37A4}"/>
              </a:ext>
            </a:extLst>
          </p:cNvPr>
          <p:cNvSpPr>
            <a:spLocks xmlns:a="http://schemas.openxmlformats.org/drawingml/2006/main" noGrp="1"/>
          </p:cNvSpPr>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[Code or demo walkthrough]</a:t>
            </a:r>
          </a:p>
        </p:txBody>
      </p:sp>
      <p:sp>
        <p:nvSpPr>
          <p:cNvPr id="7" name="Editable code area">
            <a:extLst xmlns:a="http://schemas.openxmlformats.org/drawingml/2006/main">
              <a:ext uri="{FF2B5EF4-FFF2-40B4-BE49-F238E27FC236}">
                <a16:creationId xmlns:a16="http://schemas.microsoft.com/office/drawing/2014/main" id="{93DF95CF-9E8B-48E9-B0D6-4BCC809E9BE9}"/>
              </a:ext>
            </a:extLst>
          </p:cNvPr>
          <p:cNvSpPr>
            <a:spLocks xmlns:a="http://schemas.openxmlformats.org/drawingml/2006/main" noGrp="1"/>
          </p:cNvSpPr>
          <p:nvPr/>
        </p:nvSpPr>
        <p:spPr>
          <a:xfrm xmlns:a="http://schemas.openxmlformats.org/drawingml/2006/main">
            <a:off x="609600" y="1790700"/>
            <a:ext cx="7905750" cy="3962400"/>
          </a:xfrm>
          <a:prstGeom xmlns:a="http://schemas.openxmlformats.org/drawingml/2006/main" prst="rect">
            <a:avLst/>
          </a:prstGeom>
          <a:solidFill xmlns:a="http://schemas.openxmlformats.org/drawingml/2006/main">
            <a:srgbClr val="35332F"/>
          </a:solidFill>
          <a:ln xmlns:a="http://schemas.openxmlformats.org/drawingml/2006/main" w="0">
            <a:noFill/>
            <a:prstDash val="solid"/>
          </a:ln>
        </p:spPr>
      </p:sp>
      <p:sp>
        <p:nvSpPr>
          <p:cNvPr id="8" name="[Language or file name]">
            <a:extLst xmlns:a="http://schemas.openxmlformats.org/drawingml/2006/main">
              <a:ext uri="{FF2B5EF4-FFF2-40B4-BE49-F238E27FC236}">
                <a16:creationId xmlns:a16="http://schemas.microsoft.com/office/drawing/2014/main" id="{54C9974C-9014-440D-9CF1-9328C3148BCC}"/>
              </a:ext>
            </a:extLst>
          </p:cNvPr>
          <p:cNvSpPr>
            <a:spLocks xmlns:a="http://schemas.openxmlformats.org/drawingml/2006/main" noGrp="1"/>
          </p:cNvSpPr>
          <p:nvPr/>
        </p:nvSpPr>
        <p:spPr>
          <a:xfrm xmlns:a="http://schemas.openxmlformats.org/drawingml/2006/main">
            <a:off x="838200" y="1981200"/>
            <a:ext cx="723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C9C2B6"/>
                </a:solidFill>
                <a:latin typeface="Instrument Sans"/>
                <a:ea typeface="Instrument Sans"/>
                <a:cs typeface="Instrument Sans"/>
              </a:defRPr>
            </a:defPPr>
            <a:lvl1pPr>
              <a:defRPr sz="1575" b="0">
                <a:solidFill>
                  <a:srgbClr val="C9C2B6"/>
                </a:solidFill>
                <a:latin typeface="Instrument Sans"/>
                <a:ea typeface="Instrument Sans"/>
                <a:cs typeface="Instrument Sans"/>
              </a:defRPr>
            </a:lvl1pPr>
            <a:lvl2pPr>
              <a:defRPr sz="1575" b="0">
                <a:solidFill>
                  <a:srgbClr val="C9C2B6"/>
                </a:solidFill>
                <a:latin typeface="Instrument Sans"/>
                <a:ea typeface="Instrument Sans"/>
                <a:cs typeface="Instrument Sans"/>
              </a:defRPr>
            </a:lvl2pPr>
            <a:lvl3pPr>
              <a:defRPr sz="1575" b="0">
                <a:solidFill>
                  <a:srgbClr val="C9C2B6"/>
                </a:solidFill>
                <a:latin typeface="Instrument Sans"/>
                <a:ea typeface="Instrument Sans"/>
                <a:cs typeface="Instrument Sans"/>
              </a:defRPr>
            </a:lvl3pPr>
            <a:lvl4pPr>
              <a:defRPr sz="1575" b="0">
                <a:solidFill>
                  <a:srgbClr val="C9C2B6"/>
                </a:solidFill>
                <a:latin typeface="Instrument Sans"/>
                <a:ea typeface="Instrument Sans"/>
                <a:cs typeface="Instrument Sans"/>
              </a:defRPr>
            </a:lvl4pPr>
            <a:lvl5pPr>
              <a:defRPr sz="1575" b="0">
                <a:solidFill>
                  <a:srgbClr val="C9C2B6"/>
                </a:solidFill>
                <a:latin typeface="Instrument Sans"/>
                <a:ea typeface="Instrument Sans"/>
                <a:cs typeface="Instrument Sans"/>
              </a:defRPr>
            </a:lvl5pPr>
            <a:lvl6pPr>
              <a:defRPr sz="1575" b="0">
                <a:solidFill>
                  <a:srgbClr val="C9C2B6"/>
                </a:solidFill>
                <a:latin typeface="Instrument Sans"/>
                <a:ea typeface="Instrument Sans"/>
                <a:cs typeface="Instrument Sans"/>
              </a:defRPr>
            </a:lvl6pPr>
            <a:lvl7pPr>
              <a:defRPr sz="1575" b="0">
                <a:solidFill>
                  <a:srgbClr val="C9C2B6"/>
                </a:solidFill>
                <a:latin typeface="Instrument Sans"/>
                <a:ea typeface="Instrument Sans"/>
                <a:cs typeface="Instrument Sans"/>
              </a:defRPr>
            </a:lvl7pPr>
            <a:lvl8pPr>
              <a:defRPr sz="1575" b="0">
                <a:solidFill>
                  <a:srgbClr val="C9C2B6"/>
                </a:solidFill>
                <a:latin typeface="Instrument Sans"/>
                <a:ea typeface="Instrument Sans"/>
                <a:cs typeface="Instrument Sans"/>
              </a:defRPr>
            </a:lvl8pPr>
            <a:lvl9pPr>
              <a:defRPr sz="1575" b="0">
                <a:solidFill>
                  <a:srgbClr val="C9C2B6"/>
                </a:solidFill>
                <a:latin typeface="Instrument Sans"/>
                <a:ea typeface="Instrument Sans"/>
                <a:cs typeface="Instrument Sans"/>
              </a:defRPr>
            </a:lvl9pPr>
          </a:lstStyle>
          <a:p xmlns:a="http://schemas.openxmlformats.org/drawingml/2006/main">
            <a:pPr>
              <a:defRPr sz="1575" b="0">
                <a:solidFill>
                  <a:srgbClr val="C9C2B6"/>
                </a:solidFill>
                <a:latin typeface="Instrument Sans"/>
                <a:ea typeface="Instrument Sans"/>
                <a:cs typeface="Instrument Sans"/>
              </a:defRPr>
            </a:pPr>
            <a:r>
              <a:rPr sz="1575" b="0">
                <a:solidFill>
                  <a:srgbClr val="C9C2B6"/>
                </a:solidFill>
                <a:latin typeface="Instrument Sans"/>
                <a:ea typeface="Instrument Sans"/>
                <a:cs typeface="Instrument Sans"/>
              </a:rPr>
              <a:t>[Language or file name]</a:t>
            </a:r>
          </a:p>
        </p:txBody>
      </p:sp>
      <p:sp>
        <p:nvSpPr>
          <p:cNvPr id="9" name="# Replace with your code&#10;&#10;def your_funct">
            <a:extLst xmlns:a="http://schemas.openxmlformats.org/drawingml/2006/main">
              <a:ext uri="{FF2B5EF4-FFF2-40B4-BE49-F238E27FC236}">
                <a16:creationId xmlns:a16="http://schemas.microsoft.com/office/drawing/2014/main" id="{353EC1C1-076E-466C-8BBC-15F740D214F7}"/>
              </a:ext>
            </a:extLst>
          </p:cNvPr>
          <p:cNvSpPr>
            <a:spLocks xmlns:a="http://schemas.openxmlformats.org/drawingml/2006/main" noGrp="1"/>
          </p:cNvSpPr>
          <p:nvPr/>
        </p:nvSpPr>
        <p:spPr>
          <a:xfrm xmlns:a="http://schemas.openxmlformats.org/drawingml/2006/main">
            <a:off x="838200" y="2571750"/>
            <a:ext cx="733425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F4EC"/>
                </a:solidFill>
                <a:latin typeface="DejaVu Sans Mono"/>
                <a:ea typeface="DejaVu Sans Mono"/>
                <a:cs typeface="DejaVu Sans Mono"/>
              </a:defRPr>
            </a:defPPr>
            <a:lvl1pPr>
              <a:defRPr sz="2025" b="0">
                <a:solidFill>
                  <a:srgbClr val="F5F4EC"/>
                </a:solidFill>
                <a:latin typeface="DejaVu Sans Mono"/>
                <a:ea typeface="DejaVu Sans Mono"/>
                <a:cs typeface="DejaVu Sans Mono"/>
              </a:defRPr>
            </a:lvl1pPr>
            <a:lvl2pPr>
              <a:defRPr sz="2025" b="0">
                <a:solidFill>
                  <a:srgbClr val="F5F4EC"/>
                </a:solidFill>
                <a:latin typeface="DejaVu Sans Mono"/>
                <a:ea typeface="DejaVu Sans Mono"/>
                <a:cs typeface="DejaVu Sans Mono"/>
              </a:defRPr>
            </a:lvl2pPr>
            <a:lvl3pPr>
              <a:defRPr sz="2025" b="0">
                <a:solidFill>
                  <a:srgbClr val="F5F4EC"/>
                </a:solidFill>
                <a:latin typeface="DejaVu Sans Mono"/>
                <a:ea typeface="DejaVu Sans Mono"/>
                <a:cs typeface="DejaVu Sans Mono"/>
              </a:defRPr>
            </a:lvl3pPr>
            <a:lvl4pPr>
              <a:defRPr sz="2025" b="0">
                <a:solidFill>
                  <a:srgbClr val="F5F4EC"/>
                </a:solidFill>
                <a:latin typeface="DejaVu Sans Mono"/>
                <a:ea typeface="DejaVu Sans Mono"/>
                <a:cs typeface="DejaVu Sans Mono"/>
              </a:defRPr>
            </a:lvl4pPr>
            <a:lvl5pPr>
              <a:defRPr sz="2025" b="0">
                <a:solidFill>
                  <a:srgbClr val="F5F4EC"/>
                </a:solidFill>
                <a:latin typeface="DejaVu Sans Mono"/>
                <a:ea typeface="DejaVu Sans Mono"/>
                <a:cs typeface="DejaVu Sans Mono"/>
              </a:defRPr>
            </a:lvl5pPr>
            <a:lvl6pPr>
              <a:defRPr sz="2025" b="0">
                <a:solidFill>
                  <a:srgbClr val="F5F4EC"/>
                </a:solidFill>
                <a:latin typeface="DejaVu Sans Mono"/>
                <a:ea typeface="DejaVu Sans Mono"/>
                <a:cs typeface="DejaVu Sans Mono"/>
              </a:defRPr>
            </a:lvl6pPr>
            <a:lvl7pPr>
              <a:defRPr sz="2025" b="0">
                <a:solidFill>
                  <a:srgbClr val="F5F4EC"/>
                </a:solidFill>
                <a:latin typeface="DejaVu Sans Mono"/>
                <a:ea typeface="DejaVu Sans Mono"/>
                <a:cs typeface="DejaVu Sans Mono"/>
              </a:defRPr>
            </a:lvl7pPr>
            <a:lvl8pPr>
              <a:defRPr sz="2025" b="0">
                <a:solidFill>
                  <a:srgbClr val="F5F4EC"/>
                </a:solidFill>
                <a:latin typeface="DejaVu Sans Mono"/>
                <a:ea typeface="DejaVu Sans Mono"/>
                <a:cs typeface="DejaVu Sans Mono"/>
              </a:defRPr>
            </a:lvl8pPr>
            <a:lvl9pPr>
              <a:defRPr sz="2025" b="0">
                <a:solidFill>
                  <a:srgbClr val="F5F4EC"/>
                </a:solidFill>
                <a:latin typeface="DejaVu Sans Mono"/>
                <a:ea typeface="DejaVu Sans Mono"/>
                <a:cs typeface="DejaVu Sans Mono"/>
              </a:defRPr>
            </a:lvl9pPr>
          </a:lstStyle>
          <a:p xmlns:a="http://schemas.openxmlformats.org/drawingml/2006/main">
            <a:pPr>
              <a:defRPr sz="2025" b="0">
                <a:solidFill>
                  <a:srgbClr val="F5F4EC"/>
                </a:solidFill>
                <a:latin typeface="DejaVu Sans Mono"/>
                <a:ea typeface="DejaVu Sans Mono"/>
                <a:cs typeface="DejaVu Sans Mono"/>
              </a:defRPr>
            </a:pPr>
            <a:r>
              <a:rPr sz="2025" b="0">
                <a:solidFill>
                  <a:srgbClr val="F5F4EC"/>
                </a:solidFill>
                <a:latin typeface="DejaVu Sans Mono"/>
                <a:ea typeface="DejaVu Sans Mono"/>
                <a:cs typeface="DejaVu Sans Mono"/>
              </a:rPr>
              <a:t># Replace with your code</a:t>
            </a:r>
          </a:p>
          <a:p xmlns:a="http://schemas.openxmlformats.org/drawingml/2006/main">
            <a:r>
              <a:t/>
            </a:r>
          </a:p>
          <a:p xmlns:a="http://schemas.openxmlformats.org/drawingml/2006/main">
            <a:pPr>
              <a:defRPr sz="2025" b="0">
                <a:solidFill>
                  <a:srgbClr val="F5F4EC"/>
                </a:solidFill>
                <a:latin typeface="DejaVu Sans Mono"/>
                <a:ea typeface="DejaVu Sans Mono"/>
                <a:cs typeface="DejaVu Sans Mono"/>
              </a:defRPr>
            </a:pPr>
            <a:r>
              <a:rPr sz="2025" b="0">
                <a:solidFill>
                  <a:srgbClr val="F5F4EC"/>
                </a:solidFill>
                <a:latin typeface="DejaVu Sans Mono"/>
                <a:ea typeface="DejaVu Sans Mono"/>
                <a:cs typeface="DejaVu Sans Mono"/>
              </a:rPr>
              <a:t>def your_function():</a:t>
            </a:r>
          </a:p>
          <a:p xmlns:a="http://schemas.openxmlformats.org/drawingml/2006/main">
            <a:pPr>
              <a:defRPr sz="2025" b="0">
                <a:solidFill>
                  <a:srgbClr val="F5F4EC"/>
                </a:solidFill>
                <a:latin typeface="DejaVu Sans Mono"/>
                <a:ea typeface="DejaVu Sans Mono"/>
                <a:cs typeface="DejaVu Sans Mono"/>
              </a:defRPr>
            </a:pPr>
            <a:r>
              <a:rPr sz="2025" b="0">
                <a:solidFill>
                  <a:srgbClr val="F5F4EC"/>
                </a:solidFill>
                <a:latin typeface="DejaVu Sans Mono"/>
                <a:ea typeface="DejaVu Sans Mono"/>
                <a:cs typeface="DejaVu Sans Mono"/>
              </a:rPr>
              <a:t>    # Keep the example focused</a:t>
            </a:r>
          </a:p>
          <a:p xmlns:a="http://schemas.openxmlformats.org/drawingml/2006/main">
            <a:pPr>
              <a:defRPr sz="2025" b="0">
                <a:solidFill>
                  <a:srgbClr val="F5F4EC"/>
                </a:solidFill>
                <a:latin typeface="DejaVu Sans Mono"/>
                <a:ea typeface="DejaVu Sans Mono"/>
                <a:cs typeface="DejaVu Sans Mono"/>
              </a:defRPr>
            </a:pPr>
            <a:r>
              <a:rPr sz="2025" b="0">
                <a:solidFill>
                  <a:srgbClr val="F5F4EC"/>
                </a:solidFill>
                <a:latin typeface="DejaVu Sans Mono"/>
                <a:ea typeface="DejaVu Sans Mono"/>
                <a:cs typeface="DejaVu Sans Mono"/>
              </a:rPr>
              <a:t>    pass</a:t>
            </a:r>
          </a:p>
        </p:txBody>
      </p:sp>
      <p:sp>
        <p:nvSpPr>
          <p:cNvPr id="10" name="[What matters]">
            <a:extLst xmlns:a="http://schemas.openxmlformats.org/drawingml/2006/main">
              <a:ext uri="{FF2B5EF4-FFF2-40B4-BE49-F238E27FC236}">
                <a16:creationId xmlns:a16="http://schemas.microsoft.com/office/drawing/2014/main" id="{E1C0C92C-2FEA-4C78-AA9D-75B6FE7ED728}"/>
              </a:ext>
            </a:extLst>
          </p:cNvPr>
          <p:cNvSpPr>
            <a:spLocks xmlns:a="http://schemas.openxmlformats.org/drawingml/2006/main" noGrp="1"/>
          </p:cNvSpPr>
          <p:nvPr/>
        </p:nvSpPr>
        <p:spPr>
          <a:xfrm xmlns:a="http://schemas.openxmlformats.org/drawingml/2006/main">
            <a:off x="8953500" y="2019300"/>
            <a:ext cx="2714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F5F4EC"/>
                </a:solidFill>
                <a:latin typeface="Space Grotesk"/>
                <a:ea typeface="Space Grotesk"/>
                <a:cs typeface="Space Grotesk"/>
              </a:defRPr>
            </a:defPPr>
            <a:lvl1pPr>
              <a:defRPr sz="2325" b="1">
                <a:solidFill>
                  <a:srgbClr val="F5F4EC"/>
                </a:solidFill>
                <a:latin typeface="Space Grotesk"/>
                <a:ea typeface="Space Grotesk"/>
                <a:cs typeface="Space Grotesk"/>
              </a:defRPr>
            </a:lvl1pPr>
            <a:lvl2pPr>
              <a:defRPr sz="2325" b="1">
                <a:solidFill>
                  <a:srgbClr val="F5F4EC"/>
                </a:solidFill>
                <a:latin typeface="Space Grotesk"/>
                <a:ea typeface="Space Grotesk"/>
                <a:cs typeface="Space Grotesk"/>
              </a:defRPr>
            </a:lvl2pPr>
            <a:lvl3pPr>
              <a:defRPr sz="2325" b="1">
                <a:solidFill>
                  <a:srgbClr val="F5F4EC"/>
                </a:solidFill>
                <a:latin typeface="Space Grotesk"/>
                <a:ea typeface="Space Grotesk"/>
                <a:cs typeface="Space Grotesk"/>
              </a:defRPr>
            </a:lvl3pPr>
            <a:lvl4pPr>
              <a:defRPr sz="2325" b="1">
                <a:solidFill>
                  <a:srgbClr val="F5F4EC"/>
                </a:solidFill>
                <a:latin typeface="Space Grotesk"/>
                <a:ea typeface="Space Grotesk"/>
                <a:cs typeface="Space Grotesk"/>
              </a:defRPr>
            </a:lvl4pPr>
            <a:lvl5pPr>
              <a:defRPr sz="2325" b="1">
                <a:solidFill>
                  <a:srgbClr val="F5F4EC"/>
                </a:solidFill>
                <a:latin typeface="Space Grotesk"/>
                <a:ea typeface="Space Grotesk"/>
                <a:cs typeface="Space Grotesk"/>
              </a:defRPr>
            </a:lvl5pPr>
            <a:lvl6pPr>
              <a:defRPr sz="2325" b="1">
                <a:solidFill>
                  <a:srgbClr val="F5F4EC"/>
                </a:solidFill>
                <a:latin typeface="Space Grotesk"/>
                <a:ea typeface="Space Grotesk"/>
                <a:cs typeface="Space Grotesk"/>
              </a:defRPr>
            </a:lvl6pPr>
            <a:lvl7pPr>
              <a:defRPr sz="2325" b="1">
                <a:solidFill>
                  <a:srgbClr val="F5F4EC"/>
                </a:solidFill>
                <a:latin typeface="Space Grotesk"/>
                <a:ea typeface="Space Grotesk"/>
                <a:cs typeface="Space Grotesk"/>
              </a:defRPr>
            </a:lvl7pPr>
            <a:lvl8pPr>
              <a:defRPr sz="2325" b="1">
                <a:solidFill>
                  <a:srgbClr val="F5F4EC"/>
                </a:solidFill>
                <a:latin typeface="Space Grotesk"/>
                <a:ea typeface="Space Grotesk"/>
                <a:cs typeface="Space Grotesk"/>
              </a:defRPr>
            </a:lvl8pPr>
            <a:lvl9pPr>
              <a:defRPr sz="2325" b="1">
                <a:solidFill>
                  <a:srgbClr val="F5F4EC"/>
                </a:solidFill>
                <a:latin typeface="Space Grotesk"/>
                <a:ea typeface="Space Grotesk"/>
                <a:cs typeface="Space Grotesk"/>
              </a:defRPr>
            </a:lvl9pPr>
          </a:lstStyle>
          <a:p xmlns:a="http://schemas.openxmlformats.org/drawingml/2006/main">
            <a:pPr>
              <a:defRPr sz="2325" b="1">
                <a:solidFill>
                  <a:srgbClr val="F5F4EC"/>
                </a:solidFill>
                <a:latin typeface="Space Grotesk"/>
                <a:ea typeface="Space Grotesk"/>
                <a:cs typeface="Space Grotesk"/>
              </a:defRPr>
            </a:pPr>
            <a:r>
              <a:rPr sz="2325" b="1">
                <a:solidFill>
                  <a:srgbClr val="F5F4EC"/>
                </a:solidFill>
                <a:latin typeface="Space Grotesk"/>
                <a:ea typeface="Space Grotesk"/>
                <a:cs typeface="Space Grotesk"/>
              </a:rPr>
              <a:t>[What matters]</a:t>
            </a:r>
          </a:p>
        </p:txBody>
      </p:sp>
      <p:sp>
        <p:nvSpPr>
          <p:cNvPr id="11" name="[Explain the important&#10;lines or the outp">
            <a:extLst xmlns:a="http://schemas.openxmlformats.org/drawingml/2006/main">
              <a:ext uri="{FF2B5EF4-FFF2-40B4-BE49-F238E27FC236}">
                <a16:creationId xmlns:a16="http://schemas.microsoft.com/office/drawing/2014/main" id="{620070BF-7CE7-4570-BD78-ED1AF747DF92}"/>
              </a:ext>
            </a:extLst>
          </p:cNvPr>
          <p:cNvSpPr>
            <a:spLocks xmlns:a="http://schemas.openxmlformats.org/drawingml/2006/main" noGrp="1"/>
          </p:cNvSpPr>
          <p:nvPr/>
        </p:nvSpPr>
        <p:spPr>
          <a:xfrm xmlns:a="http://schemas.openxmlformats.org/drawingml/2006/main">
            <a:off x="8953500" y="2990850"/>
            <a:ext cx="25717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F5F4EC"/>
                </a:solidFill>
                <a:latin typeface="Instrument Sans"/>
                <a:ea typeface="Instrument Sans"/>
                <a:cs typeface="Instrument Sans"/>
              </a:defRPr>
            </a:defPPr>
            <a:lvl1pPr>
              <a:defRPr sz="1875" b="0">
                <a:solidFill>
                  <a:srgbClr val="F5F4EC"/>
                </a:solidFill>
                <a:latin typeface="Instrument Sans"/>
                <a:ea typeface="Instrument Sans"/>
                <a:cs typeface="Instrument Sans"/>
              </a:defRPr>
            </a:lvl1pPr>
            <a:lvl2pPr>
              <a:defRPr sz="1875" b="0">
                <a:solidFill>
                  <a:srgbClr val="F5F4EC"/>
                </a:solidFill>
                <a:latin typeface="Instrument Sans"/>
                <a:ea typeface="Instrument Sans"/>
                <a:cs typeface="Instrument Sans"/>
              </a:defRPr>
            </a:lvl2pPr>
            <a:lvl3pPr>
              <a:defRPr sz="1875" b="0">
                <a:solidFill>
                  <a:srgbClr val="F5F4EC"/>
                </a:solidFill>
                <a:latin typeface="Instrument Sans"/>
                <a:ea typeface="Instrument Sans"/>
                <a:cs typeface="Instrument Sans"/>
              </a:defRPr>
            </a:lvl3pPr>
            <a:lvl4pPr>
              <a:defRPr sz="1875" b="0">
                <a:solidFill>
                  <a:srgbClr val="F5F4EC"/>
                </a:solidFill>
                <a:latin typeface="Instrument Sans"/>
                <a:ea typeface="Instrument Sans"/>
                <a:cs typeface="Instrument Sans"/>
              </a:defRPr>
            </a:lvl4pPr>
            <a:lvl5pPr>
              <a:defRPr sz="1875" b="0">
                <a:solidFill>
                  <a:srgbClr val="F5F4EC"/>
                </a:solidFill>
                <a:latin typeface="Instrument Sans"/>
                <a:ea typeface="Instrument Sans"/>
                <a:cs typeface="Instrument Sans"/>
              </a:defRPr>
            </a:lvl5pPr>
            <a:lvl6pPr>
              <a:defRPr sz="1875" b="0">
                <a:solidFill>
                  <a:srgbClr val="F5F4EC"/>
                </a:solidFill>
                <a:latin typeface="Instrument Sans"/>
                <a:ea typeface="Instrument Sans"/>
                <a:cs typeface="Instrument Sans"/>
              </a:defRPr>
            </a:lvl6pPr>
            <a:lvl7pPr>
              <a:defRPr sz="1875" b="0">
                <a:solidFill>
                  <a:srgbClr val="F5F4EC"/>
                </a:solidFill>
                <a:latin typeface="Instrument Sans"/>
                <a:ea typeface="Instrument Sans"/>
                <a:cs typeface="Instrument Sans"/>
              </a:defRPr>
            </a:lvl7pPr>
            <a:lvl8pPr>
              <a:defRPr sz="1875" b="0">
                <a:solidFill>
                  <a:srgbClr val="F5F4EC"/>
                </a:solidFill>
                <a:latin typeface="Instrument Sans"/>
                <a:ea typeface="Instrument Sans"/>
                <a:cs typeface="Instrument Sans"/>
              </a:defRPr>
            </a:lvl8pPr>
            <a:lvl9pPr>
              <a:defRPr sz="1875" b="0">
                <a:solidFill>
                  <a:srgbClr val="F5F4EC"/>
                </a:solidFill>
                <a:latin typeface="Instrument Sans"/>
                <a:ea typeface="Instrument Sans"/>
                <a:cs typeface="Instrument Sans"/>
              </a:defRPr>
            </a:lvl9pPr>
          </a:lstStyle>
          <a:p xmlns:a="http://schemas.openxmlformats.org/drawingml/2006/main">
            <a:pPr>
              <a:defRPr sz="1875" b="0">
                <a:solidFill>
                  <a:srgbClr val="F5F4EC"/>
                </a:solidFill>
                <a:latin typeface="Instrument Sans"/>
                <a:ea typeface="Instrument Sans"/>
                <a:cs typeface="Instrument Sans"/>
              </a:defRPr>
            </a:pPr>
            <a:r>
              <a:rPr sz="1875" b="0">
                <a:solidFill>
                  <a:srgbClr val="F5F4EC"/>
                </a:solidFill>
                <a:latin typeface="Instrument Sans"/>
                <a:ea typeface="Instrument Sans"/>
                <a:cs typeface="Instrument Sans"/>
              </a:rPr>
              <a:t>[Explain the important</a:t>
            </a:r>
          </a:p>
          <a:p xmlns:a="http://schemas.openxmlformats.org/drawingml/2006/main">
            <a:pPr>
              <a:defRPr sz="1875" b="0">
                <a:solidFill>
                  <a:srgbClr val="F5F4EC"/>
                </a:solidFill>
                <a:latin typeface="Instrument Sans"/>
                <a:ea typeface="Instrument Sans"/>
                <a:cs typeface="Instrument Sans"/>
              </a:defRPr>
            </a:pPr>
            <a:r>
              <a:rPr sz="1875" b="0">
                <a:solidFill>
                  <a:srgbClr val="F5F4EC"/>
                </a:solidFill>
                <a:latin typeface="Instrument Sans"/>
                <a:ea typeface="Instrument Sans"/>
                <a:cs typeface="Instrument Sans"/>
              </a:rPr>
              <a:t>lines or the output</a:t>
            </a:r>
          </a:p>
          <a:p xmlns:a="http://schemas.openxmlformats.org/drawingml/2006/main">
            <a:pPr>
              <a:defRPr sz="1875" b="0">
                <a:solidFill>
                  <a:srgbClr val="F5F4EC"/>
                </a:solidFill>
                <a:latin typeface="Instrument Sans"/>
                <a:ea typeface="Instrument Sans"/>
                <a:cs typeface="Instrument Sans"/>
              </a:defRPr>
            </a:pPr>
            <a:r>
              <a:rPr sz="1875" b="0">
                <a:solidFill>
                  <a:srgbClr val="F5F4EC"/>
                </a:solidFill>
                <a:latin typeface="Instrument Sans"/>
                <a:ea typeface="Instrument Sans"/>
                <a:cs typeface="Instrument Sans"/>
              </a:rPr>
              <a:t>you expect to see.]</a:t>
            </a:r>
          </a:p>
        </p:txBody>
      </p:sp>
    </p:spTree>
    <p:extLst>
      <p:ext uri="{BB962C8B-B14F-4D97-AF65-F5344CB8AC3E}">
        <p14:creationId xmlns:p14="http://schemas.microsoft.com/office/powerpoint/2010/main" val="1996104300"/>
      </p:ext>
    </p:extLst>
  </p:cSld>
</p:sld>
</file>

<file path=ppt/slides/slide10.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B629611-C149-49BD-A0F8-6C37E29A4ED6}"/>
              </a:ext>
            </a:extLst>
          </p:cNvPr>
          <p:cNvPicPr>
            <a:picLocks xmlns:a="http://schemas.openxmlformats.org/drawingml/2006/main" noChangeAspect="1"/>
          </p:cNvPicPr>
          <p:nvPr/>
        </p:nvPicPr>
        <p:blipFill>
          <a:blip xmlns:r="http://schemas.openxmlformats.org/officeDocument/2006/relationships" xmlns:a="http://schemas.openxmlformats.org/drawingml/2006/main" r:embed="R5f5d11d4a8b64a2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uiet content background">
            <a:extLst xmlns:a="http://schemas.openxmlformats.org/drawingml/2006/main">
              <a:ext uri="{FF2B5EF4-FFF2-40B4-BE49-F238E27FC236}">
                <a16:creationId xmlns:a16="http://schemas.microsoft.com/office/drawing/2014/main" id="{E3695DE5-5A67-459B-8CF7-A6F1655E77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321">
              <a:alpha val="58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1BAAD754-D306-4014-963A-D25AE9B27B46}"/>
              </a:ext>
            </a:extLst>
          </p:cNvPr>
          <p:cNvPicPr>
            <a:picLocks xmlns:a="http://schemas.openxmlformats.org/drawingml/2006/main" noChangeAspect="1"/>
          </p:cNvPicPr>
          <p:nvPr/>
        </p:nvPicPr>
        <p:blipFill>
          <a:blip xmlns:r="http://schemas.openxmlformats.org/officeDocument/2006/relationships" xmlns:a="http://schemas.openxmlformats.org/drawingml/2006/main" r:embed="R799dcd95bf5b463f"/>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4" name="Global AI Nights Berlin">
            <a:extLst xmlns:a="http://schemas.openxmlformats.org/drawingml/2006/main">
              <a:ext uri="{FF2B5EF4-FFF2-40B4-BE49-F238E27FC236}">
                <a16:creationId xmlns:a16="http://schemas.microsoft.com/office/drawing/2014/main" id="{C078BA1B-D414-44C4-A264-70CD71C7F9E5}"/>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5" name="10">
            <a:extLst xmlns:a="http://schemas.openxmlformats.org/drawingml/2006/main">
              <a:ext uri="{FF2B5EF4-FFF2-40B4-BE49-F238E27FC236}">
                <a16:creationId xmlns:a16="http://schemas.microsoft.com/office/drawing/2014/main" id="{81700011-5A63-49A1-8748-A8D92489C7D6}"/>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10</a:t>
            </a:r>
          </a:p>
        </p:txBody>
      </p:sp>
      <p:sp>
        <p:nvSpPr>
          <p:cNvPr id="6" name="Key takeaways">
            <a:extLst xmlns:a="http://schemas.openxmlformats.org/drawingml/2006/main">
              <a:ext uri="{FF2B5EF4-FFF2-40B4-BE49-F238E27FC236}">
                <a16:creationId xmlns:a16="http://schemas.microsoft.com/office/drawing/2014/main" id="{AB0043AA-860D-40C4-A722-4E3DF5B8F420}"/>
              </a:ext>
            </a:extLst>
          </p:cNvPr>
          <p:cNvSpPr>
            <a:spLocks xmlns:a="http://schemas.openxmlformats.org/drawingml/2006/main" noGrp="1"/>
          </p:cNvSpPr>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Key takeaways</a:t>
            </a:r>
          </a:p>
        </p:txBody>
      </p:sp>
      <p:sp>
        <p:nvSpPr>
          <p:cNvPr id="7" name="01">
            <a:extLst xmlns:a="http://schemas.openxmlformats.org/drawingml/2006/main">
              <a:ext uri="{FF2B5EF4-FFF2-40B4-BE49-F238E27FC236}">
                <a16:creationId xmlns:a16="http://schemas.microsoft.com/office/drawing/2014/main" id="{AA3445C5-F9F2-4F70-843C-AED129132233}"/>
              </a:ext>
            </a:extLst>
          </p:cNvPr>
          <p:cNvSpPr>
            <a:spLocks xmlns:a="http://schemas.openxmlformats.org/drawingml/2006/main" noGrp="1"/>
          </p:cNvSpPr>
          <p:nvPr/>
        </p:nvSpPr>
        <p:spPr>
          <a:xfrm xmlns:a="http://schemas.openxmlformats.org/drawingml/2006/main">
            <a:off x="609600" y="20574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850" b="1">
                <a:solidFill>
                  <a:srgbClr val="EF8D65"/>
                </a:solidFill>
                <a:latin typeface="Space Grotesk"/>
                <a:ea typeface="Space Grotesk"/>
                <a:cs typeface="Space Grotesk"/>
              </a:defRPr>
            </a:defPPr>
            <a:lvl1pPr>
              <a:defRPr sz="2850" b="1">
                <a:solidFill>
                  <a:srgbClr val="EF8D65"/>
                </a:solidFill>
                <a:latin typeface="Space Grotesk"/>
                <a:ea typeface="Space Grotesk"/>
                <a:cs typeface="Space Grotesk"/>
              </a:defRPr>
            </a:lvl1pPr>
            <a:lvl2pPr>
              <a:defRPr sz="2850" b="1">
                <a:solidFill>
                  <a:srgbClr val="EF8D65"/>
                </a:solidFill>
                <a:latin typeface="Space Grotesk"/>
                <a:ea typeface="Space Grotesk"/>
                <a:cs typeface="Space Grotesk"/>
              </a:defRPr>
            </a:lvl2pPr>
            <a:lvl3pPr>
              <a:defRPr sz="2850" b="1">
                <a:solidFill>
                  <a:srgbClr val="EF8D65"/>
                </a:solidFill>
                <a:latin typeface="Space Grotesk"/>
                <a:ea typeface="Space Grotesk"/>
                <a:cs typeface="Space Grotesk"/>
              </a:defRPr>
            </a:lvl3pPr>
            <a:lvl4pPr>
              <a:defRPr sz="2850" b="1">
                <a:solidFill>
                  <a:srgbClr val="EF8D65"/>
                </a:solidFill>
                <a:latin typeface="Space Grotesk"/>
                <a:ea typeface="Space Grotesk"/>
                <a:cs typeface="Space Grotesk"/>
              </a:defRPr>
            </a:lvl4pPr>
            <a:lvl5pPr>
              <a:defRPr sz="2850" b="1">
                <a:solidFill>
                  <a:srgbClr val="EF8D65"/>
                </a:solidFill>
                <a:latin typeface="Space Grotesk"/>
                <a:ea typeface="Space Grotesk"/>
                <a:cs typeface="Space Grotesk"/>
              </a:defRPr>
            </a:lvl5pPr>
            <a:lvl6pPr>
              <a:defRPr sz="2850" b="1">
                <a:solidFill>
                  <a:srgbClr val="EF8D65"/>
                </a:solidFill>
                <a:latin typeface="Space Grotesk"/>
                <a:ea typeface="Space Grotesk"/>
                <a:cs typeface="Space Grotesk"/>
              </a:defRPr>
            </a:lvl6pPr>
            <a:lvl7pPr>
              <a:defRPr sz="2850" b="1">
                <a:solidFill>
                  <a:srgbClr val="EF8D65"/>
                </a:solidFill>
                <a:latin typeface="Space Grotesk"/>
                <a:ea typeface="Space Grotesk"/>
                <a:cs typeface="Space Grotesk"/>
              </a:defRPr>
            </a:lvl7pPr>
            <a:lvl8pPr>
              <a:defRPr sz="2850" b="1">
                <a:solidFill>
                  <a:srgbClr val="EF8D65"/>
                </a:solidFill>
                <a:latin typeface="Space Grotesk"/>
                <a:ea typeface="Space Grotesk"/>
                <a:cs typeface="Space Grotesk"/>
              </a:defRPr>
            </a:lvl8pPr>
            <a:lvl9pPr>
              <a:defRPr sz="2850" b="1">
                <a:solidFill>
                  <a:srgbClr val="EF8D65"/>
                </a:solidFill>
                <a:latin typeface="Space Grotesk"/>
                <a:ea typeface="Space Grotesk"/>
                <a:cs typeface="Space Grotesk"/>
              </a:defRPr>
            </a:lvl9pPr>
          </a:lstStyle>
          <a:p xmlns:a="http://schemas.openxmlformats.org/drawingml/2006/main">
            <a:pPr>
              <a:defRPr sz="2850" b="1">
                <a:solidFill>
                  <a:srgbClr val="EF8D65"/>
                </a:solidFill>
                <a:latin typeface="Space Grotesk"/>
                <a:ea typeface="Space Grotesk"/>
                <a:cs typeface="Space Grotesk"/>
              </a:defRPr>
            </a:pPr>
            <a:r>
              <a:rPr sz="2850" b="1">
                <a:solidFill>
                  <a:srgbClr val="EF8D65"/>
                </a:solidFill>
                <a:latin typeface="Space Grotesk"/>
                <a:ea typeface="Space Grotesk"/>
                <a:cs typeface="Space Grotesk"/>
              </a:rPr>
              <a:t>01</a:t>
            </a:r>
          </a:p>
        </p:txBody>
      </p:sp>
      <p:sp>
        <p:nvSpPr>
          <p:cNvPr id="8" name="[The most useful idea from your session]">
            <a:extLst xmlns:a="http://schemas.openxmlformats.org/drawingml/2006/main">
              <a:ext uri="{FF2B5EF4-FFF2-40B4-BE49-F238E27FC236}">
                <a16:creationId xmlns:a16="http://schemas.microsoft.com/office/drawing/2014/main" id="{BFE2DC16-DCEA-4473-8842-3BA4B58987E5}"/>
              </a:ext>
            </a:extLst>
          </p:cNvPr>
          <p:cNvSpPr>
            <a:spLocks xmlns:a="http://schemas.openxmlformats.org/drawingml/2006/main" noGrp="1"/>
          </p:cNvSpPr>
          <p:nvPr/>
        </p:nvSpPr>
        <p:spPr>
          <a:xfrm xmlns:a="http://schemas.openxmlformats.org/drawingml/2006/main">
            <a:off x="1685925" y="2085975"/>
            <a:ext cx="952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0">
                <a:solidFill>
                  <a:srgbClr val="F5F4EC"/>
                </a:solidFill>
                <a:latin typeface="Space Grotesk"/>
                <a:ea typeface="Space Grotesk"/>
                <a:cs typeface="Space Grotesk"/>
              </a:defRPr>
            </a:defPPr>
            <a:lvl1pPr>
              <a:defRPr sz="2625" b="0">
                <a:solidFill>
                  <a:srgbClr val="F5F4EC"/>
                </a:solidFill>
                <a:latin typeface="Space Grotesk"/>
                <a:ea typeface="Space Grotesk"/>
                <a:cs typeface="Space Grotesk"/>
              </a:defRPr>
            </a:lvl1pPr>
            <a:lvl2pPr>
              <a:defRPr sz="2625" b="0">
                <a:solidFill>
                  <a:srgbClr val="F5F4EC"/>
                </a:solidFill>
                <a:latin typeface="Space Grotesk"/>
                <a:ea typeface="Space Grotesk"/>
                <a:cs typeface="Space Grotesk"/>
              </a:defRPr>
            </a:lvl2pPr>
            <a:lvl3pPr>
              <a:defRPr sz="2625" b="0">
                <a:solidFill>
                  <a:srgbClr val="F5F4EC"/>
                </a:solidFill>
                <a:latin typeface="Space Grotesk"/>
                <a:ea typeface="Space Grotesk"/>
                <a:cs typeface="Space Grotesk"/>
              </a:defRPr>
            </a:lvl3pPr>
            <a:lvl4pPr>
              <a:defRPr sz="2625" b="0">
                <a:solidFill>
                  <a:srgbClr val="F5F4EC"/>
                </a:solidFill>
                <a:latin typeface="Space Grotesk"/>
                <a:ea typeface="Space Grotesk"/>
                <a:cs typeface="Space Grotesk"/>
              </a:defRPr>
            </a:lvl4pPr>
            <a:lvl5pPr>
              <a:defRPr sz="2625" b="0">
                <a:solidFill>
                  <a:srgbClr val="F5F4EC"/>
                </a:solidFill>
                <a:latin typeface="Space Grotesk"/>
                <a:ea typeface="Space Grotesk"/>
                <a:cs typeface="Space Grotesk"/>
              </a:defRPr>
            </a:lvl5pPr>
            <a:lvl6pPr>
              <a:defRPr sz="2625" b="0">
                <a:solidFill>
                  <a:srgbClr val="F5F4EC"/>
                </a:solidFill>
                <a:latin typeface="Space Grotesk"/>
                <a:ea typeface="Space Grotesk"/>
                <a:cs typeface="Space Grotesk"/>
              </a:defRPr>
            </a:lvl6pPr>
            <a:lvl7pPr>
              <a:defRPr sz="2625" b="0">
                <a:solidFill>
                  <a:srgbClr val="F5F4EC"/>
                </a:solidFill>
                <a:latin typeface="Space Grotesk"/>
                <a:ea typeface="Space Grotesk"/>
                <a:cs typeface="Space Grotesk"/>
              </a:defRPr>
            </a:lvl7pPr>
            <a:lvl8pPr>
              <a:defRPr sz="2625" b="0">
                <a:solidFill>
                  <a:srgbClr val="F5F4EC"/>
                </a:solidFill>
                <a:latin typeface="Space Grotesk"/>
                <a:ea typeface="Space Grotesk"/>
                <a:cs typeface="Space Grotesk"/>
              </a:defRPr>
            </a:lvl8pPr>
            <a:lvl9pPr>
              <a:defRPr sz="2625" b="0">
                <a:solidFill>
                  <a:srgbClr val="F5F4EC"/>
                </a:solidFill>
                <a:latin typeface="Space Grotesk"/>
                <a:ea typeface="Space Grotesk"/>
                <a:cs typeface="Space Grotesk"/>
              </a:defRPr>
            </a:lvl9pPr>
          </a:lstStyle>
          <a:p xmlns:a="http://schemas.openxmlformats.org/drawingml/2006/main">
            <a:pPr>
              <a:defRPr sz="2625" b="0">
                <a:solidFill>
                  <a:srgbClr val="F5F4EC"/>
                </a:solidFill>
                <a:latin typeface="Space Grotesk"/>
                <a:ea typeface="Space Grotesk"/>
                <a:cs typeface="Space Grotesk"/>
              </a:defRPr>
            </a:pPr>
            <a:r>
              <a:rPr sz="2625" b="0">
                <a:solidFill>
                  <a:srgbClr val="F5F4EC"/>
                </a:solidFill>
                <a:latin typeface="Space Grotesk"/>
                <a:ea typeface="Space Grotesk"/>
                <a:cs typeface="Space Grotesk"/>
              </a:rPr>
              <a:t>[The most useful idea from your session]</a:t>
            </a:r>
          </a:p>
        </p:txBody>
      </p:sp>
      <p:sp>
        <p:nvSpPr>
          <p:cNvPr id="9" name="02">
            <a:extLst xmlns:a="http://schemas.openxmlformats.org/drawingml/2006/main">
              <a:ext uri="{FF2B5EF4-FFF2-40B4-BE49-F238E27FC236}">
                <a16:creationId xmlns:a16="http://schemas.microsoft.com/office/drawing/2014/main" id="{99256522-420F-48ED-B0C5-2A64E652092B}"/>
              </a:ext>
            </a:extLst>
          </p:cNvPr>
          <p:cNvSpPr>
            <a:spLocks xmlns:a="http://schemas.openxmlformats.org/drawingml/2006/main" noGrp="1"/>
          </p:cNvSpPr>
          <p:nvPr/>
        </p:nvSpPr>
        <p:spPr>
          <a:xfrm xmlns:a="http://schemas.openxmlformats.org/drawingml/2006/main">
            <a:off x="609600" y="3209925"/>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850" b="1">
                <a:solidFill>
                  <a:srgbClr val="EF8D65"/>
                </a:solidFill>
                <a:latin typeface="Space Grotesk"/>
                <a:ea typeface="Space Grotesk"/>
                <a:cs typeface="Space Grotesk"/>
              </a:defRPr>
            </a:defPPr>
            <a:lvl1pPr>
              <a:defRPr sz="2850" b="1">
                <a:solidFill>
                  <a:srgbClr val="EF8D65"/>
                </a:solidFill>
                <a:latin typeface="Space Grotesk"/>
                <a:ea typeface="Space Grotesk"/>
                <a:cs typeface="Space Grotesk"/>
              </a:defRPr>
            </a:lvl1pPr>
            <a:lvl2pPr>
              <a:defRPr sz="2850" b="1">
                <a:solidFill>
                  <a:srgbClr val="EF8D65"/>
                </a:solidFill>
                <a:latin typeface="Space Grotesk"/>
                <a:ea typeface="Space Grotesk"/>
                <a:cs typeface="Space Grotesk"/>
              </a:defRPr>
            </a:lvl2pPr>
            <a:lvl3pPr>
              <a:defRPr sz="2850" b="1">
                <a:solidFill>
                  <a:srgbClr val="EF8D65"/>
                </a:solidFill>
                <a:latin typeface="Space Grotesk"/>
                <a:ea typeface="Space Grotesk"/>
                <a:cs typeface="Space Grotesk"/>
              </a:defRPr>
            </a:lvl3pPr>
            <a:lvl4pPr>
              <a:defRPr sz="2850" b="1">
                <a:solidFill>
                  <a:srgbClr val="EF8D65"/>
                </a:solidFill>
                <a:latin typeface="Space Grotesk"/>
                <a:ea typeface="Space Grotesk"/>
                <a:cs typeface="Space Grotesk"/>
              </a:defRPr>
            </a:lvl4pPr>
            <a:lvl5pPr>
              <a:defRPr sz="2850" b="1">
                <a:solidFill>
                  <a:srgbClr val="EF8D65"/>
                </a:solidFill>
                <a:latin typeface="Space Grotesk"/>
                <a:ea typeface="Space Grotesk"/>
                <a:cs typeface="Space Grotesk"/>
              </a:defRPr>
            </a:lvl5pPr>
            <a:lvl6pPr>
              <a:defRPr sz="2850" b="1">
                <a:solidFill>
                  <a:srgbClr val="EF8D65"/>
                </a:solidFill>
                <a:latin typeface="Space Grotesk"/>
                <a:ea typeface="Space Grotesk"/>
                <a:cs typeface="Space Grotesk"/>
              </a:defRPr>
            </a:lvl6pPr>
            <a:lvl7pPr>
              <a:defRPr sz="2850" b="1">
                <a:solidFill>
                  <a:srgbClr val="EF8D65"/>
                </a:solidFill>
                <a:latin typeface="Space Grotesk"/>
                <a:ea typeface="Space Grotesk"/>
                <a:cs typeface="Space Grotesk"/>
              </a:defRPr>
            </a:lvl7pPr>
            <a:lvl8pPr>
              <a:defRPr sz="2850" b="1">
                <a:solidFill>
                  <a:srgbClr val="EF8D65"/>
                </a:solidFill>
                <a:latin typeface="Space Grotesk"/>
                <a:ea typeface="Space Grotesk"/>
                <a:cs typeface="Space Grotesk"/>
              </a:defRPr>
            </a:lvl8pPr>
            <a:lvl9pPr>
              <a:defRPr sz="2850" b="1">
                <a:solidFill>
                  <a:srgbClr val="EF8D65"/>
                </a:solidFill>
                <a:latin typeface="Space Grotesk"/>
                <a:ea typeface="Space Grotesk"/>
                <a:cs typeface="Space Grotesk"/>
              </a:defRPr>
            </a:lvl9pPr>
          </a:lstStyle>
          <a:p xmlns:a="http://schemas.openxmlformats.org/drawingml/2006/main">
            <a:pPr>
              <a:defRPr sz="2850" b="1">
                <a:solidFill>
                  <a:srgbClr val="EF8D65"/>
                </a:solidFill>
                <a:latin typeface="Space Grotesk"/>
                <a:ea typeface="Space Grotesk"/>
                <a:cs typeface="Space Grotesk"/>
              </a:defRPr>
            </a:pPr>
            <a:r>
              <a:rPr sz="2850" b="1">
                <a:solidFill>
                  <a:srgbClr val="EF8D65"/>
                </a:solidFill>
                <a:latin typeface="Space Grotesk"/>
                <a:ea typeface="Space Grotesk"/>
                <a:cs typeface="Space Grotesk"/>
              </a:rPr>
              <a:t>02</a:t>
            </a:r>
          </a:p>
        </p:txBody>
      </p:sp>
      <p:sp>
        <p:nvSpPr>
          <p:cNvPr id="10" name="[A decision or technique attendees can a">
            <a:extLst xmlns:a="http://schemas.openxmlformats.org/drawingml/2006/main">
              <a:ext uri="{FF2B5EF4-FFF2-40B4-BE49-F238E27FC236}">
                <a16:creationId xmlns:a16="http://schemas.microsoft.com/office/drawing/2014/main" id="{5CC591AA-F3B5-408A-909A-2CE8A09BFC1E}"/>
              </a:ext>
            </a:extLst>
          </p:cNvPr>
          <p:cNvSpPr>
            <a:spLocks xmlns:a="http://schemas.openxmlformats.org/drawingml/2006/main" noGrp="1"/>
          </p:cNvSpPr>
          <p:nvPr/>
        </p:nvSpPr>
        <p:spPr>
          <a:xfrm xmlns:a="http://schemas.openxmlformats.org/drawingml/2006/main">
            <a:off x="1685925" y="3238500"/>
            <a:ext cx="952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0">
                <a:solidFill>
                  <a:srgbClr val="F5F4EC"/>
                </a:solidFill>
                <a:latin typeface="Space Grotesk"/>
                <a:ea typeface="Space Grotesk"/>
                <a:cs typeface="Space Grotesk"/>
              </a:defRPr>
            </a:defPPr>
            <a:lvl1pPr>
              <a:defRPr sz="2625" b="0">
                <a:solidFill>
                  <a:srgbClr val="F5F4EC"/>
                </a:solidFill>
                <a:latin typeface="Space Grotesk"/>
                <a:ea typeface="Space Grotesk"/>
                <a:cs typeface="Space Grotesk"/>
              </a:defRPr>
            </a:lvl1pPr>
            <a:lvl2pPr>
              <a:defRPr sz="2625" b="0">
                <a:solidFill>
                  <a:srgbClr val="F5F4EC"/>
                </a:solidFill>
                <a:latin typeface="Space Grotesk"/>
                <a:ea typeface="Space Grotesk"/>
                <a:cs typeface="Space Grotesk"/>
              </a:defRPr>
            </a:lvl2pPr>
            <a:lvl3pPr>
              <a:defRPr sz="2625" b="0">
                <a:solidFill>
                  <a:srgbClr val="F5F4EC"/>
                </a:solidFill>
                <a:latin typeface="Space Grotesk"/>
                <a:ea typeface="Space Grotesk"/>
                <a:cs typeface="Space Grotesk"/>
              </a:defRPr>
            </a:lvl3pPr>
            <a:lvl4pPr>
              <a:defRPr sz="2625" b="0">
                <a:solidFill>
                  <a:srgbClr val="F5F4EC"/>
                </a:solidFill>
                <a:latin typeface="Space Grotesk"/>
                <a:ea typeface="Space Grotesk"/>
                <a:cs typeface="Space Grotesk"/>
              </a:defRPr>
            </a:lvl4pPr>
            <a:lvl5pPr>
              <a:defRPr sz="2625" b="0">
                <a:solidFill>
                  <a:srgbClr val="F5F4EC"/>
                </a:solidFill>
                <a:latin typeface="Space Grotesk"/>
                <a:ea typeface="Space Grotesk"/>
                <a:cs typeface="Space Grotesk"/>
              </a:defRPr>
            </a:lvl5pPr>
            <a:lvl6pPr>
              <a:defRPr sz="2625" b="0">
                <a:solidFill>
                  <a:srgbClr val="F5F4EC"/>
                </a:solidFill>
                <a:latin typeface="Space Grotesk"/>
                <a:ea typeface="Space Grotesk"/>
                <a:cs typeface="Space Grotesk"/>
              </a:defRPr>
            </a:lvl6pPr>
            <a:lvl7pPr>
              <a:defRPr sz="2625" b="0">
                <a:solidFill>
                  <a:srgbClr val="F5F4EC"/>
                </a:solidFill>
                <a:latin typeface="Space Grotesk"/>
                <a:ea typeface="Space Grotesk"/>
                <a:cs typeface="Space Grotesk"/>
              </a:defRPr>
            </a:lvl7pPr>
            <a:lvl8pPr>
              <a:defRPr sz="2625" b="0">
                <a:solidFill>
                  <a:srgbClr val="F5F4EC"/>
                </a:solidFill>
                <a:latin typeface="Space Grotesk"/>
                <a:ea typeface="Space Grotesk"/>
                <a:cs typeface="Space Grotesk"/>
              </a:defRPr>
            </a:lvl8pPr>
            <a:lvl9pPr>
              <a:defRPr sz="2625" b="0">
                <a:solidFill>
                  <a:srgbClr val="F5F4EC"/>
                </a:solidFill>
                <a:latin typeface="Space Grotesk"/>
                <a:ea typeface="Space Grotesk"/>
                <a:cs typeface="Space Grotesk"/>
              </a:defRPr>
            </a:lvl9pPr>
          </a:lstStyle>
          <a:p xmlns:a="http://schemas.openxmlformats.org/drawingml/2006/main">
            <a:pPr>
              <a:defRPr sz="2625" b="0">
                <a:solidFill>
                  <a:srgbClr val="F5F4EC"/>
                </a:solidFill>
                <a:latin typeface="Space Grotesk"/>
                <a:ea typeface="Space Grotesk"/>
                <a:cs typeface="Space Grotesk"/>
              </a:defRPr>
            </a:pPr>
            <a:r>
              <a:rPr sz="2625" b="0">
                <a:solidFill>
                  <a:srgbClr val="F5F4EC"/>
                </a:solidFill>
                <a:latin typeface="Space Grotesk"/>
                <a:ea typeface="Space Grotesk"/>
                <a:cs typeface="Space Grotesk"/>
              </a:rPr>
              <a:t>[A decision or technique attendees can apply]</a:t>
            </a:r>
          </a:p>
        </p:txBody>
      </p:sp>
      <p:sp>
        <p:nvSpPr>
          <p:cNvPr id="11" name="03">
            <a:extLst xmlns:a="http://schemas.openxmlformats.org/drawingml/2006/main">
              <a:ext uri="{FF2B5EF4-FFF2-40B4-BE49-F238E27FC236}">
                <a16:creationId xmlns:a16="http://schemas.microsoft.com/office/drawing/2014/main" id="{1F7DCD72-AC45-473B-A960-CB9209B26B59}"/>
              </a:ext>
            </a:extLst>
          </p:cNvPr>
          <p:cNvSpPr>
            <a:spLocks xmlns:a="http://schemas.openxmlformats.org/drawingml/2006/main" noGrp="1"/>
          </p:cNvSpPr>
          <p:nvPr/>
        </p:nvSpPr>
        <p:spPr>
          <a:xfrm xmlns:a="http://schemas.openxmlformats.org/drawingml/2006/main">
            <a:off x="609600" y="436245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850" b="1">
                <a:solidFill>
                  <a:srgbClr val="EF8D65"/>
                </a:solidFill>
                <a:latin typeface="Space Grotesk"/>
                <a:ea typeface="Space Grotesk"/>
                <a:cs typeface="Space Grotesk"/>
              </a:defRPr>
            </a:defPPr>
            <a:lvl1pPr>
              <a:defRPr sz="2850" b="1">
                <a:solidFill>
                  <a:srgbClr val="EF8D65"/>
                </a:solidFill>
                <a:latin typeface="Space Grotesk"/>
                <a:ea typeface="Space Grotesk"/>
                <a:cs typeface="Space Grotesk"/>
              </a:defRPr>
            </a:lvl1pPr>
            <a:lvl2pPr>
              <a:defRPr sz="2850" b="1">
                <a:solidFill>
                  <a:srgbClr val="EF8D65"/>
                </a:solidFill>
                <a:latin typeface="Space Grotesk"/>
                <a:ea typeface="Space Grotesk"/>
                <a:cs typeface="Space Grotesk"/>
              </a:defRPr>
            </a:lvl2pPr>
            <a:lvl3pPr>
              <a:defRPr sz="2850" b="1">
                <a:solidFill>
                  <a:srgbClr val="EF8D65"/>
                </a:solidFill>
                <a:latin typeface="Space Grotesk"/>
                <a:ea typeface="Space Grotesk"/>
                <a:cs typeface="Space Grotesk"/>
              </a:defRPr>
            </a:lvl3pPr>
            <a:lvl4pPr>
              <a:defRPr sz="2850" b="1">
                <a:solidFill>
                  <a:srgbClr val="EF8D65"/>
                </a:solidFill>
                <a:latin typeface="Space Grotesk"/>
                <a:ea typeface="Space Grotesk"/>
                <a:cs typeface="Space Grotesk"/>
              </a:defRPr>
            </a:lvl4pPr>
            <a:lvl5pPr>
              <a:defRPr sz="2850" b="1">
                <a:solidFill>
                  <a:srgbClr val="EF8D65"/>
                </a:solidFill>
                <a:latin typeface="Space Grotesk"/>
                <a:ea typeface="Space Grotesk"/>
                <a:cs typeface="Space Grotesk"/>
              </a:defRPr>
            </a:lvl5pPr>
            <a:lvl6pPr>
              <a:defRPr sz="2850" b="1">
                <a:solidFill>
                  <a:srgbClr val="EF8D65"/>
                </a:solidFill>
                <a:latin typeface="Space Grotesk"/>
                <a:ea typeface="Space Grotesk"/>
                <a:cs typeface="Space Grotesk"/>
              </a:defRPr>
            </a:lvl6pPr>
            <a:lvl7pPr>
              <a:defRPr sz="2850" b="1">
                <a:solidFill>
                  <a:srgbClr val="EF8D65"/>
                </a:solidFill>
                <a:latin typeface="Space Grotesk"/>
                <a:ea typeface="Space Grotesk"/>
                <a:cs typeface="Space Grotesk"/>
              </a:defRPr>
            </a:lvl7pPr>
            <a:lvl8pPr>
              <a:defRPr sz="2850" b="1">
                <a:solidFill>
                  <a:srgbClr val="EF8D65"/>
                </a:solidFill>
                <a:latin typeface="Space Grotesk"/>
                <a:ea typeface="Space Grotesk"/>
                <a:cs typeface="Space Grotesk"/>
              </a:defRPr>
            </a:lvl8pPr>
            <a:lvl9pPr>
              <a:defRPr sz="2850" b="1">
                <a:solidFill>
                  <a:srgbClr val="EF8D65"/>
                </a:solidFill>
                <a:latin typeface="Space Grotesk"/>
                <a:ea typeface="Space Grotesk"/>
                <a:cs typeface="Space Grotesk"/>
              </a:defRPr>
            </a:lvl9pPr>
          </a:lstStyle>
          <a:p xmlns:a="http://schemas.openxmlformats.org/drawingml/2006/main">
            <a:pPr>
              <a:defRPr sz="2850" b="1">
                <a:solidFill>
                  <a:srgbClr val="EF8D65"/>
                </a:solidFill>
                <a:latin typeface="Space Grotesk"/>
                <a:ea typeface="Space Grotesk"/>
                <a:cs typeface="Space Grotesk"/>
              </a:defRPr>
            </a:pPr>
            <a:r>
              <a:rPr sz="2850" b="1">
                <a:solidFill>
                  <a:srgbClr val="EF8D65"/>
                </a:solidFill>
                <a:latin typeface="Space Grotesk"/>
                <a:ea typeface="Space Grotesk"/>
                <a:cs typeface="Space Grotesk"/>
              </a:rPr>
              <a:t>03</a:t>
            </a:r>
          </a:p>
        </p:txBody>
      </p:sp>
      <p:sp>
        <p:nvSpPr>
          <p:cNvPr id="12" name="[A practical next step]">
            <a:extLst xmlns:a="http://schemas.openxmlformats.org/drawingml/2006/main">
              <a:ext uri="{FF2B5EF4-FFF2-40B4-BE49-F238E27FC236}">
                <a16:creationId xmlns:a16="http://schemas.microsoft.com/office/drawing/2014/main" id="{62BB8819-81C1-435C-9C80-7C15FBFB79E0}"/>
              </a:ext>
            </a:extLst>
          </p:cNvPr>
          <p:cNvSpPr>
            <a:spLocks xmlns:a="http://schemas.openxmlformats.org/drawingml/2006/main" noGrp="1"/>
          </p:cNvSpPr>
          <p:nvPr/>
        </p:nvSpPr>
        <p:spPr>
          <a:xfrm xmlns:a="http://schemas.openxmlformats.org/drawingml/2006/main">
            <a:off x="1685925" y="4391025"/>
            <a:ext cx="952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0">
                <a:solidFill>
                  <a:srgbClr val="F5F4EC"/>
                </a:solidFill>
                <a:latin typeface="Space Grotesk"/>
                <a:ea typeface="Space Grotesk"/>
                <a:cs typeface="Space Grotesk"/>
              </a:defRPr>
            </a:defPPr>
            <a:lvl1pPr>
              <a:defRPr sz="2625" b="0">
                <a:solidFill>
                  <a:srgbClr val="F5F4EC"/>
                </a:solidFill>
                <a:latin typeface="Space Grotesk"/>
                <a:ea typeface="Space Grotesk"/>
                <a:cs typeface="Space Grotesk"/>
              </a:defRPr>
            </a:lvl1pPr>
            <a:lvl2pPr>
              <a:defRPr sz="2625" b="0">
                <a:solidFill>
                  <a:srgbClr val="F5F4EC"/>
                </a:solidFill>
                <a:latin typeface="Space Grotesk"/>
                <a:ea typeface="Space Grotesk"/>
                <a:cs typeface="Space Grotesk"/>
              </a:defRPr>
            </a:lvl2pPr>
            <a:lvl3pPr>
              <a:defRPr sz="2625" b="0">
                <a:solidFill>
                  <a:srgbClr val="F5F4EC"/>
                </a:solidFill>
                <a:latin typeface="Space Grotesk"/>
                <a:ea typeface="Space Grotesk"/>
                <a:cs typeface="Space Grotesk"/>
              </a:defRPr>
            </a:lvl3pPr>
            <a:lvl4pPr>
              <a:defRPr sz="2625" b="0">
                <a:solidFill>
                  <a:srgbClr val="F5F4EC"/>
                </a:solidFill>
                <a:latin typeface="Space Grotesk"/>
                <a:ea typeface="Space Grotesk"/>
                <a:cs typeface="Space Grotesk"/>
              </a:defRPr>
            </a:lvl4pPr>
            <a:lvl5pPr>
              <a:defRPr sz="2625" b="0">
                <a:solidFill>
                  <a:srgbClr val="F5F4EC"/>
                </a:solidFill>
                <a:latin typeface="Space Grotesk"/>
                <a:ea typeface="Space Grotesk"/>
                <a:cs typeface="Space Grotesk"/>
              </a:defRPr>
            </a:lvl5pPr>
            <a:lvl6pPr>
              <a:defRPr sz="2625" b="0">
                <a:solidFill>
                  <a:srgbClr val="F5F4EC"/>
                </a:solidFill>
                <a:latin typeface="Space Grotesk"/>
                <a:ea typeface="Space Grotesk"/>
                <a:cs typeface="Space Grotesk"/>
              </a:defRPr>
            </a:lvl6pPr>
            <a:lvl7pPr>
              <a:defRPr sz="2625" b="0">
                <a:solidFill>
                  <a:srgbClr val="F5F4EC"/>
                </a:solidFill>
                <a:latin typeface="Space Grotesk"/>
                <a:ea typeface="Space Grotesk"/>
                <a:cs typeface="Space Grotesk"/>
              </a:defRPr>
            </a:lvl7pPr>
            <a:lvl8pPr>
              <a:defRPr sz="2625" b="0">
                <a:solidFill>
                  <a:srgbClr val="F5F4EC"/>
                </a:solidFill>
                <a:latin typeface="Space Grotesk"/>
                <a:ea typeface="Space Grotesk"/>
                <a:cs typeface="Space Grotesk"/>
              </a:defRPr>
            </a:lvl8pPr>
            <a:lvl9pPr>
              <a:defRPr sz="2625" b="0">
                <a:solidFill>
                  <a:srgbClr val="F5F4EC"/>
                </a:solidFill>
                <a:latin typeface="Space Grotesk"/>
                <a:ea typeface="Space Grotesk"/>
                <a:cs typeface="Space Grotesk"/>
              </a:defRPr>
            </a:lvl9pPr>
          </a:lstStyle>
          <a:p xmlns:a="http://schemas.openxmlformats.org/drawingml/2006/main">
            <a:pPr>
              <a:defRPr sz="2625" b="0">
                <a:solidFill>
                  <a:srgbClr val="F5F4EC"/>
                </a:solidFill>
                <a:latin typeface="Space Grotesk"/>
                <a:ea typeface="Space Grotesk"/>
                <a:cs typeface="Space Grotesk"/>
              </a:defRPr>
            </a:pPr>
            <a:r>
              <a:rPr sz="2625" b="0">
                <a:solidFill>
                  <a:srgbClr val="F5F4EC"/>
                </a:solidFill>
                <a:latin typeface="Space Grotesk"/>
                <a:ea typeface="Space Grotesk"/>
                <a:cs typeface="Space Grotesk"/>
              </a:rPr>
              <a:t>[A practical next step]</a:t>
            </a:r>
          </a:p>
        </p:txBody>
      </p:sp>
    </p:spTree>
    <p:extLst>
      <p:ext uri="{BB962C8B-B14F-4D97-AF65-F5344CB8AC3E}">
        <p14:creationId xmlns:p14="http://schemas.microsoft.com/office/powerpoint/2010/main" val="450280675"/>
      </p:ext>
    </p:extLst>
  </p:cSld>
</p:sld>
</file>

<file path=ppt/slides/slide11.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B3F3A81-00F1-4074-9392-4309017AF9A7}"/>
              </a:ext>
            </a:extLst>
          </p:cNvPr>
          <p:cNvPicPr>
            <a:picLocks xmlns:a="http://schemas.openxmlformats.org/drawingml/2006/main" noChangeAspect="1"/>
          </p:cNvPicPr>
          <p:nvPr/>
        </p:nvPicPr>
        <p:blipFill>
          <a:blip xmlns:r="http://schemas.openxmlformats.org/officeDocument/2006/relationships" xmlns:a="http://schemas.openxmlformats.org/drawingml/2006/main" r:embed="Ra34ff1f9b2c742c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amp;A">
            <a:extLst xmlns:a="http://schemas.openxmlformats.org/drawingml/2006/main">
              <a:ext uri="{FF2B5EF4-FFF2-40B4-BE49-F238E27FC236}">
                <a16:creationId xmlns:a16="http://schemas.microsoft.com/office/drawing/2014/main" id="{6CE0043D-D54D-436E-BCAD-645A59DC5067}"/>
              </a:ext>
            </a:extLst>
          </p:cNvPr>
          <p:cNvSpPr>
            <a:spLocks xmlns:a="http://schemas.openxmlformats.org/drawingml/2006/main" noGrp="1"/>
          </p:cNvSpPr>
          <p:nvPr/>
        </p:nvSpPr>
        <p:spPr>
          <a:xfrm xmlns:a="http://schemas.openxmlformats.org/drawingml/2006/main">
            <a:off x="609600" y="2000250"/>
            <a:ext cx="666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9000" b="1">
                <a:solidFill>
                  <a:srgbClr val="F5F4EC"/>
                </a:solidFill>
                <a:latin typeface="Space Grotesk"/>
                <a:ea typeface="Space Grotesk"/>
                <a:cs typeface="Space Grotesk"/>
              </a:defRPr>
            </a:defPPr>
            <a:lvl1pPr>
              <a:defRPr sz="9000" b="1">
                <a:solidFill>
                  <a:srgbClr val="F5F4EC"/>
                </a:solidFill>
                <a:latin typeface="Space Grotesk"/>
                <a:ea typeface="Space Grotesk"/>
                <a:cs typeface="Space Grotesk"/>
              </a:defRPr>
            </a:lvl1pPr>
            <a:lvl2pPr>
              <a:defRPr sz="9000" b="1">
                <a:solidFill>
                  <a:srgbClr val="F5F4EC"/>
                </a:solidFill>
                <a:latin typeface="Space Grotesk"/>
                <a:ea typeface="Space Grotesk"/>
                <a:cs typeface="Space Grotesk"/>
              </a:defRPr>
            </a:lvl2pPr>
            <a:lvl3pPr>
              <a:defRPr sz="9000" b="1">
                <a:solidFill>
                  <a:srgbClr val="F5F4EC"/>
                </a:solidFill>
                <a:latin typeface="Space Grotesk"/>
                <a:ea typeface="Space Grotesk"/>
                <a:cs typeface="Space Grotesk"/>
              </a:defRPr>
            </a:lvl3pPr>
            <a:lvl4pPr>
              <a:defRPr sz="9000" b="1">
                <a:solidFill>
                  <a:srgbClr val="F5F4EC"/>
                </a:solidFill>
                <a:latin typeface="Space Grotesk"/>
                <a:ea typeface="Space Grotesk"/>
                <a:cs typeface="Space Grotesk"/>
              </a:defRPr>
            </a:lvl4pPr>
            <a:lvl5pPr>
              <a:defRPr sz="9000" b="1">
                <a:solidFill>
                  <a:srgbClr val="F5F4EC"/>
                </a:solidFill>
                <a:latin typeface="Space Grotesk"/>
                <a:ea typeface="Space Grotesk"/>
                <a:cs typeface="Space Grotesk"/>
              </a:defRPr>
            </a:lvl5pPr>
            <a:lvl6pPr>
              <a:defRPr sz="9000" b="1">
                <a:solidFill>
                  <a:srgbClr val="F5F4EC"/>
                </a:solidFill>
                <a:latin typeface="Space Grotesk"/>
                <a:ea typeface="Space Grotesk"/>
                <a:cs typeface="Space Grotesk"/>
              </a:defRPr>
            </a:lvl6pPr>
            <a:lvl7pPr>
              <a:defRPr sz="9000" b="1">
                <a:solidFill>
                  <a:srgbClr val="F5F4EC"/>
                </a:solidFill>
                <a:latin typeface="Space Grotesk"/>
                <a:ea typeface="Space Grotesk"/>
                <a:cs typeface="Space Grotesk"/>
              </a:defRPr>
            </a:lvl7pPr>
            <a:lvl8pPr>
              <a:defRPr sz="9000" b="1">
                <a:solidFill>
                  <a:srgbClr val="F5F4EC"/>
                </a:solidFill>
                <a:latin typeface="Space Grotesk"/>
                <a:ea typeface="Space Grotesk"/>
                <a:cs typeface="Space Grotesk"/>
              </a:defRPr>
            </a:lvl8pPr>
            <a:lvl9pPr>
              <a:defRPr sz="9000" b="1">
                <a:solidFill>
                  <a:srgbClr val="F5F4EC"/>
                </a:solidFill>
                <a:latin typeface="Space Grotesk"/>
                <a:ea typeface="Space Grotesk"/>
                <a:cs typeface="Space Grotesk"/>
              </a:defRPr>
            </a:lvl9pPr>
          </a:lstStyle>
          <a:p xmlns:a="http://schemas.openxmlformats.org/drawingml/2006/main">
            <a:pPr>
              <a:defRPr sz="9000" b="1">
                <a:solidFill>
                  <a:srgbClr val="F5F4EC"/>
                </a:solidFill>
                <a:latin typeface="Space Grotesk"/>
                <a:ea typeface="Space Grotesk"/>
                <a:cs typeface="Space Grotesk"/>
              </a:defRPr>
            </a:pPr>
            <a:r>
              <a:rPr sz="9000" b="1">
                <a:solidFill>
                  <a:srgbClr val="F5F4EC"/>
                </a:solidFill>
                <a:latin typeface="Space Grotesk"/>
                <a:ea typeface="Space Grotesk"/>
                <a:cs typeface="Space Grotesk"/>
              </a:rPr>
              <a:t>Q&amp;A</a:t>
            </a:r>
          </a:p>
        </p:txBody>
      </p:sp>
      <p:sp>
        <p:nvSpPr>
          <p:cNvPr id="3" name="What would you like to explore?">
            <a:extLst xmlns:a="http://schemas.openxmlformats.org/drawingml/2006/main">
              <a:ext uri="{FF2B5EF4-FFF2-40B4-BE49-F238E27FC236}">
                <a16:creationId xmlns:a16="http://schemas.microsoft.com/office/drawing/2014/main" id="{6FBF278A-7A38-4CF1-9C97-C0EDCA0BA21E}"/>
              </a:ext>
            </a:extLst>
          </p:cNvPr>
          <p:cNvSpPr>
            <a:spLocks xmlns:a="http://schemas.openxmlformats.org/drawingml/2006/main" noGrp="1"/>
          </p:cNvSpPr>
          <p:nvPr/>
        </p:nvSpPr>
        <p:spPr>
          <a:xfrm xmlns:a="http://schemas.openxmlformats.org/drawingml/2006/main">
            <a:off x="609600" y="3829050"/>
            <a:ext cx="7048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850" b="0">
                <a:solidFill>
                  <a:srgbClr val="F5F4EC"/>
                </a:solidFill>
                <a:latin typeface="Instrument Sans"/>
                <a:ea typeface="Instrument Sans"/>
                <a:cs typeface="Instrument Sans"/>
              </a:defRPr>
            </a:defPPr>
            <a:lvl1pPr>
              <a:defRPr sz="2850" b="0">
                <a:solidFill>
                  <a:srgbClr val="F5F4EC"/>
                </a:solidFill>
                <a:latin typeface="Instrument Sans"/>
                <a:ea typeface="Instrument Sans"/>
                <a:cs typeface="Instrument Sans"/>
              </a:defRPr>
            </a:lvl1pPr>
            <a:lvl2pPr>
              <a:defRPr sz="2850" b="0">
                <a:solidFill>
                  <a:srgbClr val="F5F4EC"/>
                </a:solidFill>
                <a:latin typeface="Instrument Sans"/>
                <a:ea typeface="Instrument Sans"/>
                <a:cs typeface="Instrument Sans"/>
              </a:defRPr>
            </a:lvl2pPr>
            <a:lvl3pPr>
              <a:defRPr sz="2850" b="0">
                <a:solidFill>
                  <a:srgbClr val="F5F4EC"/>
                </a:solidFill>
                <a:latin typeface="Instrument Sans"/>
                <a:ea typeface="Instrument Sans"/>
                <a:cs typeface="Instrument Sans"/>
              </a:defRPr>
            </a:lvl3pPr>
            <a:lvl4pPr>
              <a:defRPr sz="2850" b="0">
                <a:solidFill>
                  <a:srgbClr val="F5F4EC"/>
                </a:solidFill>
                <a:latin typeface="Instrument Sans"/>
                <a:ea typeface="Instrument Sans"/>
                <a:cs typeface="Instrument Sans"/>
              </a:defRPr>
            </a:lvl4pPr>
            <a:lvl5pPr>
              <a:defRPr sz="2850" b="0">
                <a:solidFill>
                  <a:srgbClr val="F5F4EC"/>
                </a:solidFill>
                <a:latin typeface="Instrument Sans"/>
                <a:ea typeface="Instrument Sans"/>
                <a:cs typeface="Instrument Sans"/>
              </a:defRPr>
            </a:lvl5pPr>
            <a:lvl6pPr>
              <a:defRPr sz="2850" b="0">
                <a:solidFill>
                  <a:srgbClr val="F5F4EC"/>
                </a:solidFill>
                <a:latin typeface="Instrument Sans"/>
                <a:ea typeface="Instrument Sans"/>
                <a:cs typeface="Instrument Sans"/>
              </a:defRPr>
            </a:lvl6pPr>
            <a:lvl7pPr>
              <a:defRPr sz="2850" b="0">
                <a:solidFill>
                  <a:srgbClr val="F5F4EC"/>
                </a:solidFill>
                <a:latin typeface="Instrument Sans"/>
                <a:ea typeface="Instrument Sans"/>
                <a:cs typeface="Instrument Sans"/>
              </a:defRPr>
            </a:lvl7pPr>
            <a:lvl8pPr>
              <a:defRPr sz="2850" b="0">
                <a:solidFill>
                  <a:srgbClr val="F5F4EC"/>
                </a:solidFill>
                <a:latin typeface="Instrument Sans"/>
                <a:ea typeface="Instrument Sans"/>
                <a:cs typeface="Instrument Sans"/>
              </a:defRPr>
            </a:lvl8pPr>
            <a:lvl9pPr>
              <a:defRPr sz="2850" b="0">
                <a:solidFill>
                  <a:srgbClr val="F5F4EC"/>
                </a:solidFill>
                <a:latin typeface="Instrument Sans"/>
                <a:ea typeface="Instrument Sans"/>
                <a:cs typeface="Instrument Sans"/>
              </a:defRPr>
            </a:lvl9pPr>
          </a:lstStyle>
          <a:p xmlns:a="http://schemas.openxmlformats.org/drawingml/2006/main">
            <a:pPr>
              <a:defRPr sz="2850" b="0">
                <a:solidFill>
                  <a:srgbClr val="F5F4EC"/>
                </a:solidFill>
                <a:latin typeface="Instrument Sans"/>
                <a:ea typeface="Instrument Sans"/>
                <a:cs typeface="Instrument Sans"/>
              </a:defRPr>
            </a:pPr>
            <a:r>
              <a:rPr sz="2850" b="0">
                <a:solidFill>
                  <a:srgbClr val="F5F4EC"/>
                </a:solidFill>
                <a:latin typeface="Instrument Sans"/>
                <a:ea typeface="Instrument Sans"/>
                <a:cs typeface="Instrument Sans"/>
              </a:rPr>
              <a:t>What would you like to explore?</a:t>
            </a:r>
          </a:p>
        </p:txBody>
      </p:sp>
      <p:sp>
        <p:nvSpPr>
          <p:cNvPr id="4" name="[Optional question to start the discussi">
            <a:extLst xmlns:a="http://schemas.openxmlformats.org/drawingml/2006/main">
              <a:ext uri="{FF2B5EF4-FFF2-40B4-BE49-F238E27FC236}">
                <a16:creationId xmlns:a16="http://schemas.microsoft.com/office/drawing/2014/main" id="{252E6E99-64A0-4817-BFCC-A84F1EFD90C2}"/>
              </a:ext>
            </a:extLst>
          </p:cNvPr>
          <p:cNvSpPr>
            <a:spLocks xmlns:a="http://schemas.openxmlformats.org/drawingml/2006/main" noGrp="1"/>
          </p:cNvSpPr>
          <p:nvPr/>
        </p:nvSpPr>
        <p:spPr>
          <a:xfrm xmlns:a="http://schemas.openxmlformats.org/drawingml/2006/main">
            <a:off x="609600" y="508635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9C2B6"/>
                </a:solidFill>
                <a:latin typeface="Instrument Sans"/>
                <a:ea typeface="Instrument Sans"/>
                <a:cs typeface="Instrument Sans"/>
              </a:defRPr>
            </a:defPPr>
            <a:lvl1pPr>
              <a:defRPr sz="1800" b="0">
                <a:solidFill>
                  <a:srgbClr val="C9C2B6"/>
                </a:solidFill>
                <a:latin typeface="Instrument Sans"/>
                <a:ea typeface="Instrument Sans"/>
                <a:cs typeface="Instrument Sans"/>
              </a:defRPr>
            </a:lvl1pPr>
            <a:lvl2pPr>
              <a:defRPr sz="1800" b="0">
                <a:solidFill>
                  <a:srgbClr val="C9C2B6"/>
                </a:solidFill>
                <a:latin typeface="Instrument Sans"/>
                <a:ea typeface="Instrument Sans"/>
                <a:cs typeface="Instrument Sans"/>
              </a:defRPr>
            </a:lvl2pPr>
            <a:lvl3pPr>
              <a:defRPr sz="1800" b="0">
                <a:solidFill>
                  <a:srgbClr val="C9C2B6"/>
                </a:solidFill>
                <a:latin typeface="Instrument Sans"/>
                <a:ea typeface="Instrument Sans"/>
                <a:cs typeface="Instrument Sans"/>
              </a:defRPr>
            </a:lvl3pPr>
            <a:lvl4pPr>
              <a:defRPr sz="1800" b="0">
                <a:solidFill>
                  <a:srgbClr val="C9C2B6"/>
                </a:solidFill>
                <a:latin typeface="Instrument Sans"/>
                <a:ea typeface="Instrument Sans"/>
                <a:cs typeface="Instrument Sans"/>
              </a:defRPr>
            </a:lvl4pPr>
            <a:lvl5pPr>
              <a:defRPr sz="1800" b="0">
                <a:solidFill>
                  <a:srgbClr val="C9C2B6"/>
                </a:solidFill>
                <a:latin typeface="Instrument Sans"/>
                <a:ea typeface="Instrument Sans"/>
                <a:cs typeface="Instrument Sans"/>
              </a:defRPr>
            </a:lvl5pPr>
            <a:lvl6pPr>
              <a:defRPr sz="1800" b="0">
                <a:solidFill>
                  <a:srgbClr val="C9C2B6"/>
                </a:solidFill>
                <a:latin typeface="Instrument Sans"/>
                <a:ea typeface="Instrument Sans"/>
                <a:cs typeface="Instrument Sans"/>
              </a:defRPr>
            </a:lvl6pPr>
            <a:lvl7pPr>
              <a:defRPr sz="1800" b="0">
                <a:solidFill>
                  <a:srgbClr val="C9C2B6"/>
                </a:solidFill>
                <a:latin typeface="Instrument Sans"/>
                <a:ea typeface="Instrument Sans"/>
                <a:cs typeface="Instrument Sans"/>
              </a:defRPr>
            </a:lvl7pPr>
            <a:lvl8pPr>
              <a:defRPr sz="1800" b="0">
                <a:solidFill>
                  <a:srgbClr val="C9C2B6"/>
                </a:solidFill>
                <a:latin typeface="Instrument Sans"/>
                <a:ea typeface="Instrument Sans"/>
                <a:cs typeface="Instrument Sans"/>
              </a:defRPr>
            </a:lvl8pPr>
            <a:lvl9pPr>
              <a:defRPr sz="1800" b="0">
                <a:solidFill>
                  <a:srgbClr val="C9C2B6"/>
                </a:solidFill>
                <a:latin typeface="Instrument Sans"/>
                <a:ea typeface="Instrument Sans"/>
                <a:cs typeface="Instrument Sans"/>
              </a:defRPr>
            </a:lvl9pPr>
          </a:lstStyle>
          <a:p xmlns:a="http://schemas.openxmlformats.org/drawingml/2006/main">
            <a:pPr>
              <a:defRPr sz="1800" b="0">
                <a:solidFill>
                  <a:srgbClr val="C9C2B6"/>
                </a:solidFill>
                <a:latin typeface="Instrument Sans"/>
                <a:ea typeface="Instrument Sans"/>
                <a:cs typeface="Instrument Sans"/>
              </a:defRPr>
            </a:pPr>
            <a:r>
              <a:rPr sz="1800" b="0">
                <a:solidFill>
                  <a:srgbClr val="C9C2B6"/>
                </a:solidFill>
                <a:latin typeface="Instrument Sans"/>
                <a:ea typeface="Instrument Sans"/>
                <a:cs typeface="Instrument Sans"/>
              </a:rPr>
              <a:t>[Optional question to start the discussion]</a:t>
            </a:r>
          </a:p>
        </p:txBody>
      </p:sp>
      <p:pic>
        <p:nvPicPr>
          <p:cNvPr id="5" name="">
            <a:extLst xmlns:a="http://schemas.openxmlformats.org/drawingml/2006/main">
              <a:ext uri="{FF2B5EF4-FFF2-40B4-BE49-F238E27FC236}">
                <a16:creationId xmlns:a16="http://schemas.microsoft.com/office/drawing/2014/main" id="{AE719DC7-D07D-456E-8CBC-E7A4F1D5F887}"/>
              </a:ext>
            </a:extLst>
          </p:cNvPr>
          <p:cNvPicPr>
            <a:picLocks xmlns:a="http://schemas.openxmlformats.org/drawingml/2006/main" noChangeAspect="1"/>
          </p:cNvPicPr>
          <p:nvPr/>
        </p:nvPicPr>
        <p:blipFill>
          <a:blip xmlns:r="http://schemas.openxmlformats.org/officeDocument/2006/relationships" xmlns:a="http://schemas.openxmlformats.org/drawingml/2006/main" r:embed="R85e9b16ca26e4b31"/>
          <a:stretch xmlns:a="http://schemas.openxmlformats.org/drawingml/2006/main"/>
        </p:blipFill>
        <p:spPr>
          <a:xfrm xmlns:a="http://schemas.openxmlformats.org/drawingml/2006/main">
            <a:off x="8277225" y="2143125"/>
            <a:ext cx="3238500" cy="3238500"/>
          </a:xfrm>
          <a:prstGeom xmlns:a="http://schemas.openxmlformats.org/drawingml/2006/main" prst="rect">
            <a:avLst/>
          </a:prstGeom>
        </p:spPr>
      </p:pic>
    </p:spTree>
    <p:extLst>
      <p:ext uri="{BB962C8B-B14F-4D97-AF65-F5344CB8AC3E}">
        <p14:creationId xmlns:p14="http://schemas.microsoft.com/office/powerpoint/2010/main" val="2083338527"/>
      </p:ext>
    </p:extLst>
  </p:cSld>
</p:sld>
</file>

<file path=ppt/slides/slide12.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65CAC5E-0230-454C-9513-E8BB8803DAF6}"/>
              </a:ext>
            </a:extLst>
          </p:cNvPr>
          <p:cNvPicPr>
            <a:picLocks xmlns:a="http://schemas.openxmlformats.org/drawingml/2006/main" noChangeAspect="1"/>
          </p:cNvPicPr>
          <p:nvPr/>
        </p:nvPicPr>
        <p:blipFill>
          <a:blip xmlns:r="http://schemas.openxmlformats.org/officeDocument/2006/relationships" xmlns:a="http://schemas.openxmlformats.org/drawingml/2006/main" r:embed="R99ee78dcceaf430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uiet content background">
            <a:extLst xmlns:a="http://schemas.openxmlformats.org/drawingml/2006/main">
              <a:ext uri="{FF2B5EF4-FFF2-40B4-BE49-F238E27FC236}">
                <a16:creationId xmlns:a16="http://schemas.microsoft.com/office/drawing/2014/main" id="{4D57DDBB-C5B8-4F95-8F1E-D618A8FE2D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321">
              <a:alpha val="58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D5546517-193A-4FA9-AA05-0ACF0DA40C28}"/>
              </a:ext>
            </a:extLst>
          </p:cNvPr>
          <p:cNvPicPr>
            <a:picLocks xmlns:a="http://schemas.openxmlformats.org/drawingml/2006/main" noChangeAspect="1"/>
          </p:cNvPicPr>
          <p:nvPr/>
        </p:nvPicPr>
        <p:blipFill>
          <a:blip xmlns:r="http://schemas.openxmlformats.org/officeDocument/2006/relationships" xmlns:a="http://schemas.openxmlformats.org/drawingml/2006/main" r:embed="R0787b666ba8644b3"/>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4" name="Global AI Nights Berlin">
            <a:extLst xmlns:a="http://schemas.openxmlformats.org/drawingml/2006/main">
              <a:ext uri="{FF2B5EF4-FFF2-40B4-BE49-F238E27FC236}">
                <a16:creationId xmlns:a16="http://schemas.microsoft.com/office/drawing/2014/main" id="{D9AA412A-F74A-4D76-A92B-3C7CCC7EB9B0}"/>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5" name="12">
            <a:extLst xmlns:a="http://schemas.openxmlformats.org/drawingml/2006/main">
              <a:ext uri="{FF2B5EF4-FFF2-40B4-BE49-F238E27FC236}">
                <a16:creationId xmlns:a16="http://schemas.microsoft.com/office/drawing/2014/main" id="{DB4A792A-3E7F-421B-B99F-30F0C97D7A41}"/>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12</a:t>
            </a:r>
          </a:p>
        </p:txBody>
      </p:sp>
      <p:sp>
        <p:nvSpPr>
          <p:cNvPr id="6" name="Resources &amp; next steps">
            <a:extLst xmlns:a="http://schemas.openxmlformats.org/drawingml/2006/main">
              <a:ext uri="{FF2B5EF4-FFF2-40B4-BE49-F238E27FC236}">
                <a16:creationId xmlns:a16="http://schemas.microsoft.com/office/drawing/2014/main" id="{9397C693-1C82-4FD5-AB8E-0E91BBA931E6}"/>
              </a:ext>
            </a:extLst>
          </p:cNvPr>
          <p:cNvSpPr>
            <a:spLocks xmlns:a="http://schemas.openxmlformats.org/drawingml/2006/main" noGrp="1"/>
          </p:cNvSpPr>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Resources &amp; next steps</a:t>
            </a:r>
          </a:p>
        </p:txBody>
      </p:sp>
      <p:sp>
        <p:nvSpPr>
          <p:cNvPr id="7" name="Slides">
            <a:extLst xmlns:a="http://schemas.openxmlformats.org/drawingml/2006/main">
              <a:ext uri="{FF2B5EF4-FFF2-40B4-BE49-F238E27FC236}">
                <a16:creationId xmlns:a16="http://schemas.microsoft.com/office/drawing/2014/main" id="{20B38AF3-3B2D-4A58-9FED-3B8C8734D1B1}"/>
              </a:ext>
            </a:extLst>
          </p:cNvPr>
          <p:cNvSpPr>
            <a:spLocks xmlns:a="http://schemas.openxmlformats.org/drawingml/2006/main" noGrp="1"/>
          </p:cNvSpPr>
          <p:nvPr/>
        </p:nvSpPr>
        <p:spPr>
          <a:xfrm xmlns:a="http://schemas.openxmlformats.org/drawingml/2006/main">
            <a:off x="609600" y="1933575"/>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F5F4EC"/>
                </a:solidFill>
                <a:latin typeface="Space Grotesk"/>
                <a:ea typeface="Space Grotesk"/>
                <a:cs typeface="Space Grotesk"/>
              </a:defRPr>
            </a:defPPr>
            <a:lvl1pPr>
              <a:defRPr sz="2325" b="1">
                <a:solidFill>
                  <a:srgbClr val="F5F4EC"/>
                </a:solidFill>
                <a:latin typeface="Space Grotesk"/>
                <a:ea typeface="Space Grotesk"/>
                <a:cs typeface="Space Grotesk"/>
              </a:defRPr>
            </a:lvl1pPr>
            <a:lvl2pPr>
              <a:defRPr sz="2325" b="1">
                <a:solidFill>
                  <a:srgbClr val="F5F4EC"/>
                </a:solidFill>
                <a:latin typeface="Space Grotesk"/>
                <a:ea typeface="Space Grotesk"/>
                <a:cs typeface="Space Grotesk"/>
              </a:defRPr>
            </a:lvl2pPr>
            <a:lvl3pPr>
              <a:defRPr sz="2325" b="1">
                <a:solidFill>
                  <a:srgbClr val="F5F4EC"/>
                </a:solidFill>
                <a:latin typeface="Space Grotesk"/>
                <a:ea typeface="Space Grotesk"/>
                <a:cs typeface="Space Grotesk"/>
              </a:defRPr>
            </a:lvl3pPr>
            <a:lvl4pPr>
              <a:defRPr sz="2325" b="1">
                <a:solidFill>
                  <a:srgbClr val="F5F4EC"/>
                </a:solidFill>
                <a:latin typeface="Space Grotesk"/>
                <a:ea typeface="Space Grotesk"/>
                <a:cs typeface="Space Grotesk"/>
              </a:defRPr>
            </a:lvl4pPr>
            <a:lvl5pPr>
              <a:defRPr sz="2325" b="1">
                <a:solidFill>
                  <a:srgbClr val="F5F4EC"/>
                </a:solidFill>
                <a:latin typeface="Space Grotesk"/>
                <a:ea typeface="Space Grotesk"/>
                <a:cs typeface="Space Grotesk"/>
              </a:defRPr>
            </a:lvl5pPr>
            <a:lvl6pPr>
              <a:defRPr sz="2325" b="1">
                <a:solidFill>
                  <a:srgbClr val="F5F4EC"/>
                </a:solidFill>
                <a:latin typeface="Space Grotesk"/>
                <a:ea typeface="Space Grotesk"/>
                <a:cs typeface="Space Grotesk"/>
              </a:defRPr>
            </a:lvl6pPr>
            <a:lvl7pPr>
              <a:defRPr sz="2325" b="1">
                <a:solidFill>
                  <a:srgbClr val="F5F4EC"/>
                </a:solidFill>
                <a:latin typeface="Space Grotesk"/>
                <a:ea typeface="Space Grotesk"/>
                <a:cs typeface="Space Grotesk"/>
              </a:defRPr>
            </a:lvl7pPr>
            <a:lvl8pPr>
              <a:defRPr sz="2325" b="1">
                <a:solidFill>
                  <a:srgbClr val="F5F4EC"/>
                </a:solidFill>
                <a:latin typeface="Space Grotesk"/>
                <a:ea typeface="Space Grotesk"/>
                <a:cs typeface="Space Grotesk"/>
              </a:defRPr>
            </a:lvl8pPr>
            <a:lvl9pPr>
              <a:defRPr sz="2325" b="1">
                <a:solidFill>
                  <a:srgbClr val="F5F4EC"/>
                </a:solidFill>
                <a:latin typeface="Space Grotesk"/>
                <a:ea typeface="Space Grotesk"/>
                <a:cs typeface="Space Grotesk"/>
              </a:defRPr>
            </a:lvl9pPr>
          </a:lstStyle>
          <a:p xmlns:a="http://schemas.openxmlformats.org/drawingml/2006/main">
            <a:pPr>
              <a:defRPr sz="2325" b="1">
                <a:solidFill>
                  <a:srgbClr val="F5F4EC"/>
                </a:solidFill>
                <a:latin typeface="Space Grotesk"/>
                <a:ea typeface="Space Grotesk"/>
                <a:cs typeface="Space Grotesk"/>
              </a:defRPr>
            </a:pPr>
            <a:r>
              <a:rPr sz="2325" b="1">
                <a:solidFill>
                  <a:srgbClr val="F5F4EC"/>
                </a:solidFill>
                <a:latin typeface="Space Grotesk"/>
                <a:ea typeface="Space Grotesk"/>
                <a:cs typeface="Space Grotesk"/>
              </a:rPr>
              <a:t>Slides</a:t>
            </a:r>
          </a:p>
        </p:txBody>
      </p:sp>
      <p:sp>
        <p:nvSpPr>
          <p:cNvPr id="8" name="[Short URL for this presentation]">
            <a:extLst xmlns:a="http://schemas.openxmlformats.org/drawingml/2006/main">
              <a:ext uri="{FF2B5EF4-FFF2-40B4-BE49-F238E27FC236}">
                <a16:creationId xmlns:a16="http://schemas.microsoft.com/office/drawing/2014/main" id="{F3B0D377-6A88-469E-AE5F-7B08B5D9C3A4}"/>
              </a:ext>
            </a:extLst>
          </p:cNvPr>
          <p:cNvSpPr>
            <a:spLocks xmlns:a="http://schemas.openxmlformats.org/drawingml/2006/main" noGrp="1"/>
          </p:cNvSpPr>
          <p:nvPr/>
        </p:nvSpPr>
        <p:spPr>
          <a:xfrm xmlns:a="http://schemas.openxmlformats.org/drawingml/2006/main">
            <a:off x="609600" y="2447925"/>
            <a:ext cx="7381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C9C2B6"/>
                </a:solidFill>
                <a:latin typeface="Instrument Sans"/>
                <a:ea typeface="Instrument Sans"/>
                <a:cs typeface="Instrument Sans"/>
              </a:defRPr>
            </a:defPPr>
            <a:lvl1pPr>
              <a:defRPr sz="1875" b="0">
                <a:solidFill>
                  <a:srgbClr val="C9C2B6"/>
                </a:solidFill>
                <a:latin typeface="Instrument Sans"/>
                <a:ea typeface="Instrument Sans"/>
                <a:cs typeface="Instrument Sans"/>
              </a:defRPr>
            </a:lvl1pPr>
            <a:lvl2pPr>
              <a:defRPr sz="1875" b="0">
                <a:solidFill>
                  <a:srgbClr val="C9C2B6"/>
                </a:solidFill>
                <a:latin typeface="Instrument Sans"/>
                <a:ea typeface="Instrument Sans"/>
                <a:cs typeface="Instrument Sans"/>
              </a:defRPr>
            </a:lvl2pPr>
            <a:lvl3pPr>
              <a:defRPr sz="1875" b="0">
                <a:solidFill>
                  <a:srgbClr val="C9C2B6"/>
                </a:solidFill>
                <a:latin typeface="Instrument Sans"/>
                <a:ea typeface="Instrument Sans"/>
                <a:cs typeface="Instrument Sans"/>
              </a:defRPr>
            </a:lvl3pPr>
            <a:lvl4pPr>
              <a:defRPr sz="1875" b="0">
                <a:solidFill>
                  <a:srgbClr val="C9C2B6"/>
                </a:solidFill>
                <a:latin typeface="Instrument Sans"/>
                <a:ea typeface="Instrument Sans"/>
                <a:cs typeface="Instrument Sans"/>
              </a:defRPr>
            </a:lvl4pPr>
            <a:lvl5pPr>
              <a:defRPr sz="1875" b="0">
                <a:solidFill>
                  <a:srgbClr val="C9C2B6"/>
                </a:solidFill>
                <a:latin typeface="Instrument Sans"/>
                <a:ea typeface="Instrument Sans"/>
                <a:cs typeface="Instrument Sans"/>
              </a:defRPr>
            </a:lvl5pPr>
            <a:lvl6pPr>
              <a:defRPr sz="1875" b="0">
                <a:solidFill>
                  <a:srgbClr val="C9C2B6"/>
                </a:solidFill>
                <a:latin typeface="Instrument Sans"/>
                <a:ea typeface="Instrument Sans"/>
                <a:cs typeface="Instrument Sans"/>
              </a:defRPr>
            </a:lvl6pPr>
            <a:lvl7pPr>
              <a:defRPr sz="1875" b="0">
                <a:solidFill>
                  <a:srgbClr val="C9C2B6"/>
                </a:solidFill>
                <a:latin typeface="Instrument Sans"/>
                <a:ea typeface="Instrument Sans"/>
                <a:cs typeface="Instrument Sans"/>
              </a:defRPr>
            </a:lvl7pPr>
            <a:lvl8pPr>
              <a:defRPr sz="1875" b="0">
                <a:solidFill>
                  <a:srgbClr val="C9C2B6"/>
                </a:solidFill>
                <a:latin typeface="Instrument Sans"/>
                <a:ea typeface="Instrument Sans"/>
                <a:cs typeface="Instrument Sans"/>
              </a:defRPr>
            </a:lvl8pPr>
            <a:lvl9pPr>
              <a:defRPr sz="1875" b="0">
                <a:solidFill>
                  <a:srgbClr val="C9C2B6"/>
                </a:solidFill>
                <a:latin typeface="Instrument Sans"/>
                <a:ea typeface="Instrument Sans"/>
                <a:cs typeface="Instrument Sans"/>
              </a:defRPr>
            </a:lvl9pPr>
          </a:lstStyle>
          <a:p xmlns:a="http://schemas.openxmlformats.org/drawingml/2006/main">
            <a:pPr>
              <a:defRPr sz="1875" b="0">
                <a:solidFill>
                  <a:srgbClr val="C9C2B6"/>
                </a:solidFill>
                <a:latin typeface="Instrument Sans"/>
                <a:ea typeface="Instrument Sans"/>
                <a:cs typeface="Instrument Sans"/>
              </a:defRPr>
            </a:pPr>
            <a:r>
              <a:rPr sz="1875" b="0">
                <a:solidFill>
                  <a:srgbClr val="C9C2B6"/>
                </a:solidFill>
                <a:latin typeface="Instrument Sans"/>
                <a:ea typeface="Instrument Sans"/>
                <a:cs typeface="Instrument Sans"/>
              </a:rPr>
              <a:t>[Short URL for this presentation]</a:t>
            </a:r>
          </a:p>
        </p:txBody>
      </p:sp>
      <p:sp>
        <p:nvSpPr>
          <p:cNvPr id="9" name="Code &amp; demo">
            <a:extLst xmlns:a="http://schemas.openxmlformats.org/drawingml/2006/main">
              <a:ext uri="{FF2B5EF4-FFF2-40B4-BE49-F238E27FC236}">
                <a16:creationId xmlns:a16="http://schemas.microsoft.com/office/drawing/2014/main" id="{E84285C3-48FD-46F7-99C5-7DEDA029B29F}"/>
              </a:ext>
            </a:extLst>
          </p:cNvPr>
          <p:cNvSpPr>
            <a:spLocks xmlns:a="http://schemas.openxmlformats.org/drawingml/2006/main" noGrp="1"/>
          </p:cNvSpPr>
          <p:nvPr/>
        </p:nvSpPr>
        <p:spPr>
          <a:xfrm xmlns:a="http://schemas.openxmlformats.org/drawingml/2006/main">
            <a:off x="609600" y="31242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F5F4EC"/>
                </a:solidFill>
                <a:latin typeface="Space Grotesk"/>
                <a:ea typeface="Space Grotesk"/>
                <a:cs typeface="Space Grotesk"/>
              </a:defRPr>
            </a:defPPr>
            <a:lvl1pPr>
              <a:defRPr sz="2325" b="1">
                <a:solidFill>
                  <a:srgbClr val="F5F4EC"/>
                </a:solidFill>
                <a:latin typeface="Space Grotesk"/>
                <a:ea typeface="Space Grotesk"/>
                <a:cs typeface="Space Grotesk"/>
              </a:defRPr>
            </a:lvl1pPr>
            <a:lvl2pPr>
              <a:defRPr sz="2325" b="1">
                <a:solidFill>
                  <a:srgbClr val="F5F4EC"/>
                </a:solidFill>
                <a:latin typeface="Space Grotesk"/>
                <a:ea typeface="Space Grotesk"/>
                <a:cs typeface="Space Grotesk"/>
              </a:defRPr>
            </a:lvl2pPr>
            <a:lvl3pPr>
              <a:defRPr sz="2325" b="1">
                <a:solidFill>
                  <a:srgbClr val="F5F4EC"/>
                </a:solidFill>
                <a:latin typeface="Space Grotesk"/>
                <a:ea typeface="Space Grotesk"/>
                <a:cs typeface="Space Grotesk"/>
              </a:defRPr>
            </a:lvl3pPr>
            <a:lvl4pPr>
              <a:defRPr sz="2325" b="1">
                <a:solidFill>
                  <a:srgbClr val="F5F4EC"/>
                </a:solidFill>
                <a:latin typeface="Space Grotesk"/>
                <a:ea typeface="Space Grotesk"/>
                <a:cs typeface="Space Grotesk"/>
              </a:defRPr>
            </a:lvl4pPr>
            <a:lvl5pPr>
              <a:defRPr sz="2325" b="1">
                <a:solidFill>
                  <a:srgbClr val="F5F4EC"/>
                </a:solidFill>
                <a:latin typeface="Space Grotesk"/>
                <a:ea typeface="Space Grotesk"/>
                <a:cs typeface="Space Grotesk"/>
              </a:defRPr>
            </a:lvl5pPr>
            <a:lvl6pPr>
              <a:defRPr sz="2325" b="1">
                <a:solidFill>
                  <a:srgbClr val="F5F4EC"/>
                </a:solidFill>
                <a:latin typeface="Space Grotesk"/>
                <a:ea typeface="Space Grotesk"/>
                <a:cs typeface="Space Grotesk"/>
              </a:defRPr>
            </a:lvl6pPr>
            <a:lvl7pPr>
              <a:defRPr sz="2325" b="1">
                <a:solidFill>
                  <a:srgbClr val="F5F4EC"/>
                </a:solidFill>
                <a:latin typeface="Space Grotesk"/>
                <a:ea typeface="Space Grotesk"/>
                <a:cs typeface="Space Grotesk"/>
              </a:defRPr>
            </a:lvl7pPr>
            <a:lvl8pPr>
              <a:defRPr sz="2325" b="1">
                <a:solidFill>
                  <a:srgbClr val="F5F4EC"/>
                </a:solidFill>
                <a:latin typeface="Space Grotesk"/>
                <a:ea typeface="Space Grotesk"/>
                <a:cs typeface="Space Grotesk"/>
              </a:defRPr>
            </a:lvl8pPr>
            <a:lvl9pPr>
              <a:defRPr sz="2325" b="1">
                <a:solidFill>
                  <a:srgbClr val="F5F4EC"/>
                </a:solidFill>
                <a:latin typeface="Space Grotesk"/>
                <a:ea typeface="Space Grotesk"/>
                <a:cs typeface="Space Grotesk"/>
              </a:defRPr>
            </a:lvl9pPr>
          </a:lstStyle>
          <a:p xmlns:a="http://schemas.openxmlformats.org/drawingml/2006/main">
            <a:pPr>
              <a:defRPr sz="2325" b="1">
                <a:solidFill>
                  <a:srgbClr val="F5F4EC"/>
                </a:solidFill>
                <a:latin typeface="Space Grotesk"/>
                <a:ea typeface="Space Grotesk"/>
                <a:cs typeface="Space Grotesk"/>
              </a:defRPr>
            </a:pPr>
            <a:r>
              <a:rPr sz="2325" b="1">
                <a:solidFill>
                  <a:srgbClr val="F5F4EC"/>
                </a:solidFill>
                <a:latin typeface="Space Grotesk"/>
                <a:ea typeface="Space Grotesk"/>
                <a:cs typeface="Space Grotesk"/>
              </a:rPr>
              <a:t>Code &amp; demo</a:t>
            </a:r>
          </a:p>
        </p:txBody>
      </p:sp>
      <p:sp>
        <p:nvSpPr>
          <p:cNvPr id="10" name="[Repository URL]">
            <a:extLst xmlns:a="http://schemas.openxmlformats.org/drawingml/2006/main">
              <a:ext uri="{FF2B5EF4-FFF2-40B4-BE49-F238E27FC236}">
                <a16:creationId xmlns:a16="http://schemas.microsoft.com/office/drawing/2014/main" id="{E98716E4-C2A5-404F-83F0-E72E36A0421D}"/>
              </a:ext>
            </a:extLst>
          </p:cNvPr>
          <p:cNvSpPr>
            <a:spLocks xmlns:a="http://schemas.openxmlformats.org/drawingml/2006/main" noGrp="1"/>
          </p:cNvSpPr>
          <p:nvPr/>
        </p:nvSpPr>
        <p:spPr>
          <a:xfrm xmlns:a="http://schemas.openxmlformats.org/drawingml/2006/main">
            <a:off x="609600" y="3638550"/>
            <a:ext cx="7381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C9C2B6"/>
                </a:solidFill>
                <a:latin typeface="Instrument Sans"/>
                <a:ea typeface="Instrument Sans"/>
                <a:cs typeface="Instrument Sans"/>
              </a:defRPr>
            </a:defPPr>
            <a:lvl1pPr>
              <a:defRPr sz="1875" b="0">
                <a:solidFill>
                  <a:srgbClr val="C9C2B6"/>
                </a:solidFill>
                <a:latin typeface="Instrument Sans"/>
                <a:ea typeface="Instrument Sans"/>
                <a:cs typeface="Instrument Sans"/>
              </a:defRPr>
            </a:lvl1pPr>
            <a:lvl2pPr>
              <a:defRPr sz="1875" b="0">
                <a:solidFill>
                  <a:srgbClr val="C9C2B6"/>
                </a:solidFill>
                <a:latin typeface="Instrument Sans"/>
                <a:ea typeface="Instrument Sans"/>
                <a:cs typeface="Instrument Sans"/>
              </a:defRPr>
            </a:lvl2pPr>
            <a:lvl3pPr>
              <a:defRPr sz="1875" b="0">
                <a:solidFill>
                  <a:srgbClr val="C9C2B6"/>
                </a:solidFill>
                <a:latin typeface="Instrument Sans"/>
                <a:ea typeface="Instrument Sans"/>
                <a:cs typeface="Instrument Sans"/>
              </a:defRPr>
            </a:lvl3pPr>
            <a:lvl4pPr>
              <a:defRPr sz="1875" b="0">
                <a:solidFill>
                  <a:srgbClr val="C9C2B6"/>
                </a:solidFill>
                <a:latin typeface="Instrument Sans"/>
                <a:ea typeface="Instrument Sans"/>
                <a:cs typeface="Instrument Sans"/>
              </a:defRPr>
            </a:lvl4pPr>
            <a:lvl5pPr>
              <a:defRPr sz="1875" b="0">
                <a:solidFill>
                  <a:srgbClr val="C9C2B6"/>
                </a:solidFill>
                <a:latin typeface="Instrument Sans"/>
                <a:ea typeface="Instrument Sans"/>
                <a:cs typeface="Instrument Sans"/>
              </a:defRPr>
            </a:lvl5pPr>
            <a:lvl6pPr>
              <a:defRPr sz="1875" b="0">
                <a:solidFill>
                  <a:srgbClr val="C9C2B6"/>
                </a:solidFill>
                <a:latin typeface="Instrument Sans"/>
                <a:ea typeface="Instrument Sans"/>
                <a:cs typeface="Instrument Sans"/>
              </a:defRPr>
            </a:lvl6pPr>
            <a:lvl7pPr>
              <a:defRPr sz="1875" b="0">
                <a:solidFill>
                  <a:srgbClr val="C9C2B6"/>
                </a:solidFill>
                <a:latin typeface="Instrument Sans"/>
                <a:ea typeface="Instrument Sans"/>
                <a:cs typeface="Instrument Sans"/>
              </a:defRPr>
            </a:lvl7pPr>
            <a:lvl8pPr>
              <a:defRPr sz="1875" b="0">
                <a:solidFill>
                  <a:srgbClr val="C9C2B6"/>
                </a:solidFill>
                <a:latin typeface="Instrument Sans"/>
                <a:ea typeface="Instrument Sans"/>
                <a:cs typeface="Instrument Sans"/>
              </a:defRPr>
            </a:lvl8pPr>
            <a:lvl9pPr>
              <a:defRPr sz="1875" b="0">
                <a:solidFill>
                  <a:srgbClr val="C9C2B6"/>
                </a:solidFill>
                <a:latin typeface="Instrument Sans"/>
                <a:ea typeface="Instrument Sans"/>
                <a:cs typeface="Instrument Sans"/>
              </a:defRPr>
            </a:lvl9pPr>
          </a:lstStyle>
          <a:p xmlns:a="http://schemas.openxmlformats.org/drawingml/2006/main">
            <a:pPr>
              <a:defRPr sz="1875" b="0">
                <a:solidFill>
                  <a:srgbClr val="C9C2B6"/>
                </a:solidFill>
                <a:latin typeface="Instrument Sans"/>
                <a:ea typeface="Instrument Sans"/>
                <a:cs typeface="Instrument Sans"/>
              </a:defRPr>
            </a:pPr>
            <a:r>
              <a:rPr sz="1875" b="0">
                <a:solidFill>
                  <a:srgbClr val="C9C2B6"/>
                </a:solidFill>
                <a:latin typeface="Instrument Sans"/>
                <a:ea typeface="Instrument Sans"/>
                <a:cs typeface="Instrument Sans"/>
              </a:rPr>
              <a:t>[Repository URL]</a:t>
            </a:r>
          </a:p>
        </p:txBody>
      </p:sp>
      <p:sp>
        <p:nvSpPr>
          <p:cNvPr id="11" name="Further learning">
            <a:extLst xmlns:a="http://schemas.openxmlformats.org/drawingml/2006/main">
              <a:ext uri="{FF2B5EF4-FFF2-40B4-BE49-F238E27FC236}">
                <a16:creationId xmlns:a16="http://schemas.microsoft.com/office/drawing/2014/main" id="{78B33B7A-938B-4783-B45C-141878AEC87A}"/>
              </a:ext>
            </a:extLst>
          </p:cNvPr>
          <p:cNvSpPr>
            <a:spLocks xmlns:a="http://schemas.openxmlformats.org/drawingml/2006/main" noGrp="1"/>
          </p:cNvSpPr>
          <p:nvPr/>
        </p:nvSpPr>
        <p:spPr>
          <a:xfrm xmlns:a="http://schemas.openxmlformats.org/drawingml/2006/main">
            <a:off x="609600" y="4314825"/>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F5F4EC"/>
                </a:solidFill>
                <a:latin typeface="Space Grotesk"/>
                <a:ea typeface="Space Grotesk"/>
                <a:cs typeface="Space Grotesk"/>
              </a:defRPr>
            </a:defPPr>
            <a:lvl1pPr>
              <a:defRPr sz="2325" b="1">
                <a:solidFill>
                  <a:srgbClr val="F5F4EC"/>
                </a:solidFill>
                <a:latin typeface="Space Grotesk"/>
                <a:ea typeface="Space Grotesk"/>
                <a:cs typeface="Space Grotesk"/>
              </a:defRPr>
            </a:lvl1pPr>
            <a:lvl2pPr>
              <a:defRPr sz="2325" b="1">
                <a:solidFill>
                  <a:srgbClr val="F5F4EC"/>
                </a:solidFill>
                <a:latin typeface="Space Grotesk"/>
                <a:ea typeface="Space Grotesk"/>
                <a:cs typeface="Space Grotesk"/>
              </a:defRPr>
            </a:lvl2pPr>
            <a:lvl3pPr>
              <a:defRPr sz="2325" b="1">
                <a:solidFill>
                  <a:srgbClr val="F5F4EC"/>
                </a:solidFill>
                <a:latin typeface="Space Grotesk"/>
                <a:ea typeface="Space Grotesk"/>
                <a:cs typeface="Space Grotesk"/>
              </a:defRPr>
            </a:lvl3pPr>
            <a:lvl4pPr>
              <a:defRPr sz="2325" b="1">
                <a:solidFill>
                  <a:srgbClr val="F5F4EC"/>
                </a:solidFill>
                <a:latin typeface="Space Grotesk"/>
                <a:ea typeface="Space Grotesk"/>
                <a:cs typeface="Space Grotesk"/>
              </a:defRPr>
            </a:lvl4pPr>
            <a:lvl5pPr>
              <a:defRPr sz="2325" b="1">
                <a:solidFill>
                  <a:srgbClr val="F5F4EC"/>
                </a:solidFill>
                <a:latin typeface="Space Grotesk"/>
                <a:ea typeface="Space Grotesk"/>
                <a:cs typeface="Space Grotesk"/>
              </a:defRPr>
            </a:lvl5pPr>
            <a:lvl6pPr>
              <a:defRPr sz="2325" b="1">
                <a:solidFill>
                  <a:srgbClr val="F5F4EC"/>
                </a:solidFill>
                <a:latin typeface="Space Grotesk"/>
                <a:ea typeface="Space Grotesk"/>
                <a:cs typeface="Space Grotesk"/>
              </a:defRPr>
            </a:lvl6pPr>
            <a:lvl7pPr>
              <a:defRPr sz="2325" b="1">
                <a:solidFill>
                  <a:srgbClr val="F5F4EC"/>
                </a:solidFill>
                <a:latin typeface="Space Grotesk"/>
                <a:ea typeface="Space Grotesk"/>
                <a:cs typeface="Space Grotesk"/>
              </a:defRPr>
            </a:lvl7pPr>
            <a:lvl8pPr>
              <a:defRPr sz="2325" b="1">
                <a:solidFill>
                  <a:srgbClr val="F5F4EC"/>
                </a:solidFill>
                <a:latin typeface="Space Grotesk"/>
                <a:ea typeface="Space Grotesk"/>
                <a:cs typeface="Space Grotesk"/>
              </a:defRPr>
            </a:lvl8pPr>
            <a:lvl9pPr>
              <a:defRPr sz="2325" b="1">
                <a:solidFill>
                  <a:srgbClr val="F5F4EC"/>
                </a:solidFill>
                <a:latin typeface="Space Grotesk"/>
                <a:ea typeface="Space Grotesk"/>
                <a:cs typeface="Space Grotesk"/>
              </a:defRPr>
            </a:lvl9pPr>
          </a:lstStyle>
          <a:p xmlns:a="http://schemas.openxmlformats.org/drawingml/2006/main">
            <a:pPr>
              <a:defRPr sz="2325" b="1">
                <a:solidFill>
                  <a:srgbClr val="F5F4EC"/>
                </a:solidFill>
                <a:latin typeface="Space Grotesk"/>
                <a:ea typeface="Space Grotesk"/>
                <a:cs typeface="Space Grotesk"/>
              </a:defRPr>
            </a:pPr>
            <a:r>
              <a:rPr sz="2325" b="1">
                <a:solidFill>
                  <a:srgbClr val="F5F4EC"/>
                </a:solidFill>
                <a:latin typeface="Space Grotesk"/>
                <a:ea typeface="Space Grotesk"/>
                <a:cs typeface="Space Grotesk"/>
              </a:rPr>
              <a:t>Further learning</a:t>
            </a:r>
          </a:p>
        </p:txBody>
      </p:sp>
      <p:sp>
        <p:nvSpPr>
          <p:cNvPr id="12" name="[Documentation or learning resource]">
            <a:extLst xmlns:a="http://schemas.openxmlformats.org/drawingml/2006/main">
              <a:ext uri="{FF2B5EF4-FFF2-40B4-BE49-F238E27FC236}">
                <a16:creationId xmlns:a16="http://schemas.microsoft.com/office/drawing/2014/main" id="{B6C307F8-AA78-4AFD-863A-D8768DBC9183}"/>
              </a:ext>
            </a:extLst>
          </p:cNvPr>
          <p:cNvSpPr>
            <a:spLocks xmlns:a="http://schemas.openxmlformats.org/drawingml/2006/main" noGrp="1"/>
          </p:cNvSpPr>
          <p:nvPr/>
        </p:nvSpPr>
        <p:spPr>
          <a:xfrm xmlns:a="http://schemas.openxmlformats.org/drawingml/2006/main">
            <a:off x="609600" y="4829175"/>
            <a:ext cx="7381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C9C2B6"/>
                </a:solidFill>
                <a:latin typeface="Instrument Sans"/>
                <a:ea typeface="Instrument Sans"/>
                <a:cs typeface="Instrument Sans"/>
              </a:defRPr>
            </a:defPPr>
            <a:lvl1pPr>
              <a:defRPr sz="1875" b="0">
                <a:solidFill>
                  <a:srgbClr val="C9C2B6"/>
                </a:solidFill>
                <a:latin typeface="Instrument Sans"/>
                <a:ea typeface="Instrument Sans"/>
                <a:cs typeface="Instrument Sans"/>
              </a:defRPr>
            </a:lvl1pPr>
            <a:lvl2pPr>
              <a:defRPr sz="1875" b="0">
                <a:solidFill>
                  <a:srgbClr val="C9C2B6"/>
                </a:solidFill>
                <a:latin typeface="Instrument Sans"/>
                <a:ea typeface="Instrument Sans"/>
                <a:cs typeface="Instrument Sans"/>
              </a:defRPr>
            </a:lvl2pPr>
            <a:lvl3pPr>
              <a:defRPr sz="1875" b="0">
                <a:solidFill>
                  <a:srgbClr val="C9C2B6"/>
                </a:solidFill>
                <a:latin typeface="Instrument Sans"/>
                <a:ea typeface="Instrument Sans"/>
                <a:cs typeface="Instrument Sans"/>
              </a:defRPr>
            </a:lvl3pPr>
            <a:lvl4pPr>
              <a:defRPr sz="1875" b="0">
                <a:solidFill>
                  <a:srgbClr val="C9C2B6"/>
                </a:solidFill>
                <a:latin typeface="Instrument Sans"/>
                <a:ea typeface="Instrument Sans"/>
                <a:cs typeface="Instrument Sans"/>
              </a:defRPr>
            </a:lvl4pPr>
            <a:lvl5pPr>
              <a:defRPr sz="1875" b="0">
                <a:solidFill>
                  <a:srgbClr val="C9C2B6"/>
                </a:solidFill>
                <a:latin typeface="Instrument Sans"/>
                <a:ea typeface="Instrument Sans"/>
                <a:cs typeface="Instrument Sans"/>
              </a:defRPr>
            </a:lvl5pPr>
            <a:lvl6pPr>
              <a:defRPr sz="1875" b="0">
                <a:solidFill>
                  <a:srgbClr val="C9C2B6"/>
                </a:solidFill>
                <a:latin typeface="Instrument Sans"/>
                <a:ea typeface="Instrument Sans"/>
                <a:cs typeface="Instrument Sans"/>
              </a:defRPr>
            </a:lvl6pPr>
            <a:lvl7pPr>
              <a:defRPr sz="1875" b="0">
                <a:solidFill>
                  <a:srgbClr val="C9C2B6"/>
                </a:solidFill>
                <a:latin typeface="Instrument Sans"/>
                <a:ea typeface="Instrument Sans"/>
                <a:cs typeface="Instrument Sans"/>
              </a:defRPr>
            </a:lvl7pPr>
            <a:lvl8pPr>
              <a:defRPr sz="1875" b="0">
                <a:solidFill>
                  <a:srgbClr val="C9C2B6"/>
                </a:solidFill>
                <a:latin typeface="Instrument Sans"/>
                <a:ea typeface="Instrument Sans"/>
                <a:cs typeface="Instrument Sans"/>
              </a:defRPr>
            </a:lvl8pPr>
            <a:lvl9pPr>
              <a:defRPr sz="1875" b="0">
                <a:solidFill>
                  <a:srgbClr val="C9C2B6"/>
                </a:solidFill>
                <a:latin typeface="Instrument Sans"/>
                <a:ea typeface="Instrument Sans"/>
                <a:cs typeface="Instrument Sans"/>
              </a:defRPr>
            </a:lvl9pPr>
          </a:lstStyle>
          <a:p xmlns:a="http://schemas.openxmlformats.org/drawingml/2006/main">
            <a:pPr>
              <a:defRPr sz="1875" b="0">
                <a:solidFill>
                  <a:srgbClr val="C9C2B6"/>
                </a:solidFill>
                <a:latin typeface="Instrument Sans"/>
                <a:ea typeface="Instrument Sans"/>
                <a:cs typeface="Instrument Sans"/>
              </a:defRPr>
            </a:pPr>
            <a:r>
              <a:rPr sz="1875" b="0">
                <a:solidFill>
                  <a:srgbClr val="C9C2B6"/>
                </a:solidFill>
                <a:latin typeface="Instrument Sans"/>
                <a:ea typeface="Instrument Sans"/>
                <a:cs typeface="Instrument Sans"/>
              </a:rPr>
              <a:t>[Documentation or learning resource]</a:t>
            </a:r>
          </a:p>
        </p:txBody>
      </p:sp>
      <p:sp>
        <p:nvSpPr>
          <p:cNvPr id="13" name="QR background">
            <a:extLst xmlns:a="http://schemas.openxmlformats.org/drawingml/2006/main">
              <a:ext uri="{FF2B5EF4-FFF2-40B4-BE49-F238E27FC236}">
                <a16:creationId xmlns:a16="http://schemas.microsoft.com/office/drawing/2014/main" id="{8A06C69E-B6CE-4A62-8649-68E0110FCB97}"/>
              </a:ext>
            </a:extLst>
          </p:cNvPr>
          <p:cNvSpPr>
            <a:spLocks xmlns:a="http://schemas.openxmlformats.org/drawingml/2006/main" noGrp="1"/>
          </p:cNvSpPr>
          <p:nvPr/>
        </p:nvSpPr>
        <p:spPr>
          <a:xfrm xmlns:a="http://schemas.openxmlformats.org/drawingml/2006/main">
            <a:off x="9020175" y="2162175"/>
            <a:ext cx="2381250" cy="2381250"/>
          </a:xfrm>
          <a:prstGeom xmlns:a="http://schemas.openxmlformats.org/drawingml/2006/main" prst="rect">
            <a:avLst/>
          </a:prstGeom>
          <a:solidFill xmlns:a="http://schemas.openxmlformats.org/drawingml/2006/main">
            <a:srgbClr val="F5F4EC"/>
          </a:solidFill>
          <a:ln xmlns:a="http://schemas.openxmlformats.org/drawingml/2006/main" w="0">
            <a:noFill/>
            <a:prstDash val="solid"/>
          </a:ln>
        </p:spPr>
      </p:sp>
      <p:sp>
        <p:nvSpPr>
          <p:cNvPr id="14" name="[Your QR code]">
            <a:extLst xmlns:a="http://schemas.openxmlformats.org/drawingml/2006/main">
              <a:ext uri="{FF2B5EF4-FFF2-40B4-BE49-F238E27FC236}">
                <a16:creationId xmlns:a16="http://schemas.microsoft.com/office/drawing/2014/main" id="{B0C8BC90-3C45-40FA-8027-7132AE7AA8E1}"/>
              </a:ext>
            </a:extLst>
          </p:cNvPr>
          <p:cNvSpPr>
            <a:spLocks xmlns:a="http://schemas.openxmlformats.org/drawingml/2006/main" noGrp="1"/>
          </p:cNvSpPr>
          <p:nvPr/>
        </p:nvSpPr>
        <p:spPr>
          <a:xfrm xmlns:a="http://schemas.openxmlformats.org/drawingml/2006/main">
            <a:off x="9239250" y="3152775"/>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6E6759"/>
                </a:solidFill>
                <a:latin typeface="Instrument Sans"/>
                <a:ea typeface="Instrument Sans"/>
                <a:cs typeface="Instrument Sans"/>
              </a:defRPr>
            </a:defPPr>
            <a:lvl1pPr>
              <a:defRPr sz="1800" b="0">
                <a:solidFill>
                  <a:srgbClr val="6E6759"/>
                </a:solidFill>
                <a:latin typeface="Instrument Sans"/>
                <a:ea typeface="Instrument Sans"/>
                <a:cs typeface="Instrument Sans"/>
              </a:defRPr>
            </a:lvl1pPr>
            <a:lvl2pPr>
              <a:defRPr sz="1800" b="0">
                <a:solidFill>
                  <a:srgbClr val="6E6759"/>
                </a:solidFill>
                <a:latin typeface="Instrument Sans"/>
                <a:ea typeface="Instrument Sans"/>
                <a:cs typeface="Instrument Sans"/>
              </a:defRPr>
            </a:lvl2pPr>
            <a:lvl3pPr>
              <a:defRPr sz="1800" b="0">
                <a:solidFill>
                  <a:srgbClr val="6E6759"/>
                </a:solidFill>
                <a:latin typeface="Instrument Sans"/>
                <a:ea typeface="Instrument Sans"/>
                <a:cs typeface="Instrument Sans"/>
              </a:defRPr>
            </a:lvl3pPr>
            <a:lvl4pPr>
              <a:defRPr sz="1800" b="0">
                <a:solidFill>
                  <a:srgbClr val="6E6759"/>
                </a:solidFill>
                <a:latin typeface="Instrument Sans"/>
                <a:ea typeface="Instrument Sans"/>
                <a:cs typeface="Instrument Sans"/>
              </a:defRPr>
            </a:lvl4pPr>
            <a:lvl5pPr>
              <a:defRPr sz="1800" b="0">
                <a:solidFill>
                  <a:srgbClr val="6E6759"/>
                </a:solidFill>
                <a:latin typeface="Instrument Sans"/>
                <a:ea typeface="Instrument Sans"/>
                <a:cs typeface="Instrument Sans"/>
              </a:defRPr>
            </a:lvl5pPr>
            <a:lvl6pPr>
              <a:defRPr sz="1800" b="0">
                <a:solidFill>
                  <a:srgbClr val="6E6759"/>
                </a:solidFill>
                <a:latin typeface="Instrument Sans"/>
                <a:ea typeface="Instrument Sans"/>
                <a:cs typeface="Instrument Sans"/>
              </a:defRPr>
            </a:lvl6pPr>
            <a:lvl7pPr>
              <a:defRPr sz="1800" b="0">
                <a:solidFill>
                  <a:srgbClr val="6E6759"/>
                </a:solidFill>
                <a:latin typeface="Instrument Sans"/>
                <a:ea typeface="Instrument Sans"/>
                <a:cs typeface="Instrument Sans"/>
              </a:defRPr>
            </a:lvl7pPr>
            <a:lvl8pPr>
              <a:defRPr sz="1800" b="0">
                <a:solidFill>
                  <a:srgbClr val="6E6759"/>
                </a:solidFill>
                <a:latin typeface="Instrument Sans"/>
                <a:ea typeface="Instrument Sans"/>
                <a:cs typeface="Instrument Sans"/>
              </a:defRPr>
            </a:lvl8pPr>
            <a:lvl9pPr>
              <a:defRPr sz="1800" b="0">
                <a:solidFill>
                  <a:srgbClr val="6E6759"/>
                </a:solidFill>
                <a:latin typeface="Instrument Sans"/>
                <a:ea typeface="Instrument Sans"/>
                <a:cs typeface="Instrument Sans"/>
              </a:defRPr>
            </a:lvl9pPr>
          </a:lstStyle>
          <a:p xmlns:a="http://schemas.openxmlformats.org/drawingml/2006/main">
            <a:pPr>
              <a:defRPr sz="1800" b="0">
                <a:solidFill>
                  <a:srgbClr val="6E6759"/>
                </a:solidFill>
                <a:latin typeface="Instrument Sans"/>
                <a:ea typeface="Instrument Sans"/>
                <a:cs typeface="Instrument Sans"/>
              </a:defRPr>
            </a:pPr>
            <a:r>
              <a:rPr sz="1800" b="0">
                <a:solidFill>
                  <a:srgbClr val="6E6759"/>
                </a:solidFill>
                <a:latin typeface="Instrument Sans"/>
                <a:ea typeface="Instrument Sans"/>
                <a:cs typeface="Instrument Sans"/>
              </a:rPr>
              <a:t>[Your QR code]</a:t>
            </a:r>
          </a:p>
        </p:txBody>
      </p:sp>
      <p:sp>
        <p:nvSpPr>
          <p:cNvPr id="15" name="Slides, code &amp; links">
            <a:extLst xmlns:a="http://schemas.openxmlformats.org/drawingml/2006/main">
              <a:ext uri="{FF2B5EF4-FFF2-40B4-BE49-F238E27FC236}">
                <a16:creationId xmlns:a16="http://schemas.microsoft.com/office/drawing/2014/main" id="{FC79EE01-2882-4644-89BC-D4239FD64EF4}"/>
              </a:ext>
            </a:extLst>
          </p:cNvPr>
          <p:cNvSpPr>
            <a:spLocks xmlns:a="http://schemas.openxmlformats.org/drawingml/2006/main" noGrp="1"/>
          </p:cNvSpPr>
          <p:nvPr/>
        </p:nvSpPr>
        <p:spPr>
          <a:xfrm xmlns:a="http://schemas.openxmlformats.org/drawingml/2006/main">
            <a:off x="9020175" y="4810125"/>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F5F4EC"/>
                </a:solidFill>
                <a:latin typeface="Instrument Sans"/>
                <a:ea typeface="Instrument Sans"/>
                <a:cs typeface="Instrument Sans"/>
              </a:defRPr>
            </a:defPPr>
            <a:lvl1pPr>
              <a:defRPr sz="1725" b="0">
                <a:solidFill>
                  <a:srgbClr val="F5F4EC"/>
                </a:solidFill>
                <a:latin typeface="Instrument Sans"/>
                <a:ea typeface="Instrument Sans"/>
                <a:cs typeface="Instrument Sans"/>
              </a:defRPr>
            </a:lvl1pPr>
            <a:lvl2pPr>
              <a:defRPr sz="1725" b="0">
                <a:solidFill>
                  <a:srgbClr val="F5F4EC"/>
                </a:solidFill>
                <a:latin typeface="Instrument Sans"/>
                <a:ea typeface="Instrument Sans"/>
                <a:cs typeface="Instrument Sans"/>
              </a:defRPr>
            </a:lvl2pPr>
            <a:lvl3pPr>
              <a:defRPr sz="1725" b="0">
                <a:solidFill>
                  <a:srgbClr val="F5F4EC"/>
                </a:solidFill>
                <a:latin typeface="Instrument Sans"/>
                <a:ea typeface="Instrument Sans"/>
                <a:cs typeface="Instrument Sans"/>
              </a:defRPr>
            </a:lvl3pPr>
            <a:lvl4pPr>
              <a:defRPr sz="1725" b="0">
                <a:solidFill>
                  <a:srgbClr val="F5F4EC"/>
                </a:solidFill>
                <a:latin typeface="Instrument Sans"/>
                <a:ea typeface="Instrument Sans"/>
                <a:cs typeface="Instrument Sans"/>
              </a:defRPr>
            </a:lvl4pPr>
            <a:lvl5pPr>
              <a:defRPr sz="1725" b="0">
                <a:solidFill>
                  <a:srgbClr val="F5F4EC"/>
                </a:solidFill>
                <a:latin typeface="Instrument Sans"/>
                <a:ea typeface="Instrument Sans"/>
                <a:cs typeface="Instrument Sans"/>
              </a:defRPr>
            </a:lvl5pPr>
            <a:lvl6pPr>
              <a:defRPr sz="1725" b="0">
                <a:solidFill>
                  <a:srgbClr val="F5F4EC"/>
                </a:solidFill>
                <a:latin typeface="Instrument Sans"/>
                <a:ea typeface="Instrument Sans"/>
                <a:cs typeface="Instrument Sans"/>
              </a:defRPr>
            </a:lvl6pPr>
            <a:lvl7pPr>
              <a:defRPr sz="1725" b="0">
                <a:solidFill>
                  <a:srgbClr val="F5F4EC"/>
                </a:solidFill>
                <a:latin typeface="Instrument Sans"/>
                <a:ea typeface="Instrument Sans"/>
                <a:cs typeface="Instrument Sans"/>
              </a:defRPr>
            </a:lvl7pPr>
            <a:lvl8pPr>
              <a:defRPr sz="1725" b="0">
                <a:solidFill>
                  <a:srgbClr val="F5F4EC"/>
                </a:solidFill>
                <a:latin typeface="Instrument Sans"/>
                <a:ea typeface="Instrument Sans"/>
                <a:cs typeface="Instrument Sans"/>
              </a:defRPr>
            </a:lvl8pPr>
            <a:lvl9pPr>
              <a:defRPr sz="1725" b="0">
                <a:solidFill>
                  <a:srgbClr val="F5F4EC"/>
                </a:solidFill>
                <a:latin typeface="Instrument Sans"/>
                <a:ea typeface="Instrument Sans"/>
                <a:cs typeface="Instrument Sans"/>
              </a:defRPr>
            </a:lvl9pPr>
          </a:lstStyle>
          <a:p xmlns:a="http://schemas.openxmlformats.org/drawingml/2006/main">
            <a:pPr>
              <a:defRPr sz="1725" b="0">
                <a:solidFill>
                  <a:srgbClr val="F5F4EC"/>
                </a:solidFill>
                <a:latin typeface="Instrument Sans"/>
                <a:ea typeface="Instrument Sans"/>
                <a:cs typeface="Instrument Sans"/>
              </a:defRPr>
            </a:pPr>
            <a:r>
              <a:rPr sz="1725" b="0">
                <a:solidFill>
                  <a:srgbClr val="F5F4EC"/>
                </a:solidFill>
                <a:latin typeface="Instrument Sans"/>
                <a:ea typeface="Instrument Sans"/>
                <a:cs typeface="Instrument Sans"/>
              </a:rPr>
              <a:t>Slides, code &amp; links</a:t>
            </a:r>
          </a:p>
        </p:txBody>
      </p:sp>
    </p:spTree>
    <p:extLst>
      <p:ext uri="{BB962C8B-B14F-4D97-AF65-F5344CB8AC3E}">
        <p14:creationId xmlns:p14="http://schemas.microsoft.com/office/powerpoint/2010/main" val="802827409"/>
      </p:ext>
    </p:extLst>
  </p:cSld>
</p:sld>
</file>

<file path=ppt/slides/slide13.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FB8889B-C0B1-4401-B6EB-9191D3A19C09}"/>
              </a:ext>
            </a:extLst>
          </p:cNvPr>
          <p:cNvPicPr>
            <a:picLocks xmlns:a="http://schemas.openxmlformats.org/drawingml/2006/main" noChangeAspect="1"/>
          </p:cNvPicPr>
          <p:nvPr/>
        </p:nvPicPr>
        <p:blipFill>
          <a:blip xmlns:r="http://schemas.openxmlformats.org/officeDocument/2006/relationships" xmlns:a="http://schemas.openxmlformats.org/drawingml/2006/main" r:embed="R9875febc02d84f1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hank you">
            <a:extLst xmlns:a="http://schemas.openxmlformats.org/drawingml/2006/main">
              <a:ext uri="{FF2B5EF4-FFF2-40B4-BE49-F238E27FC236}">
                <a16:creationId xmlns:a16="http://schemas.microsoft.com/office/drawing/2014/main" id="{A0329F91-0322-4C68-B693-ECF54ADD5FEE}"/>
              </a:ext>
            </a:extLst>
          </p:cNvPr>
          <p:cNvSpPr>
            <a:spLocks xmlns:a="http://schemas.openxmlformats.org/drawingml/2006/main" noGrp="1"/>
          </p:cNvSpPr>
          <p:nvPr/>
        </p:nvSpPr>
        <p:spPr>
          <a:xfrm xmlns:a="http://schemas.openxmlformats.org/drawingml/2006/main">
            <a:off x="609600" y="2000250"/>
            <a:ext cx="6762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6300" b="1">
                <a:solidFill>
                  <a:srgbClr val="F5F4EC"/>
                </a:solidFill>
                <a:latin typeface="Space Grotesk"/>
                <a:ea typeface="Space Grotesk"/>
                <a:cs typeface="Space Grotesk"/>
              </a:defRPr>
            </a:defPPr>
            <a:lvl1pPr>
              <a:defRPr sz="6300" b="1">
                <a:solidFill>
                  <a:srgbClr val="F5F4EC"/>
                </a:solidFill>
                <a:latin typeface="Space Grotesk"/>
                <a:ea typeface="Space Grotesk"/>
                <a:cs typeface="Space Grotesk"/>
              </a:defRPr>
            </a:lvl1pPr>
            <a:lvl2pPr>
              <a:defRPr sz="6300" b="1">
                <a:solidFill>
                  <a:srgbClr val="F5F4EC"/>
                </a:solidFill>
                <a:latin typeface="Space Grotesk"/>
                <a:ea typeface="Space Grotesk"/>
                <a:cs typeface="Space Grotesk"/>
              </a:defRPr>
            </a:lvl2pPr>
            <a:lvl3pPr>
              <a:defRPr sz="6300" b="1">
                <a:solidFill>
                  <a:srgbClr val="F5F4EC"/>
                </a:solidFill>
                <a:latin typeface="Space Grotesk"/>
                <a:ea typeface="Space Grotesk"/>
                <a:cs typeface="Space Grotesk"/>
              </a:defRPr>
            </a:lvl3pPr>
            <a:lvl4pPr>
              <a:defRPr sz="6300" b="1">
                <a:solidFill>
                  <a:srgbClr val="F5F4EC"/>
                </a:solidFill>
                <a:latin typeface="Space Grotesk"/>
                <a:ea typeface="Space Grotesk"/>
                <a:cs typeface="Space Grotesk"/>
              </a:defRPr>
            </a:lvl4pPr>
            <a:lvl5pPr>
              <a:defRPr sz="6300" b="1">
                <a:solidFill>
                  <a:srgbClr val="F5F4EC"/>
                </a:solidFill>
                <a:latin typeface="Space Grotesk"/>
                <a:ea typeface="Space Grotesk"/>
                <a:cs typeface="Space Grotesk"/>
              </a:defRPr>
            </a:lvl5pPr>
            <a:lvl6pPr>
              <a:defRPr sz="6300" b="1">
                <a:solidFill>
                  <a:srgbClr val="F5F4EC"/>
                </a:solidFill>
                <a:latin typeface="Space Grotesk"/>
                <a:ea typeface="Space Grotesk"/>
                <a:cs typeface="Space Grotesk"/>
              </a:defRPr>
            </a:lvl6pPr>
            <a:lvl7pPr>
              <a:defRPr sz="6300" b="1">
                <a:solidFill>
                  <a:srgbClr val="F5F4EC"/>
                </a:solidFill>
                <a:latin typeface="Space Grotesk"/>
                <a:ea typeface="Space Grotesk"/>
                <a:cs typeface="Space Grotesk"/>
              </a:defRPr>
            </a:lvl7pPr>
            <a:lvl8pPr>
              <a:defRPr sz="6300" b="1">
                <a:solidFill>
                  <a:srgbClr val="F5F4EC"/>
                </a:solidFill>
                <a:latin typeface="Space Grotesk"/>
                <a:ea typeface="Space Grotesk"/>
                <a:cs typeface="Space Grotesk"/>
              </a:defRPr>
            </a:lvl8pPr>
            <a:lvl9pPr>
              <a:defRPr sz="6300" b="1">
                <a:solidFill>
                  <a:srgbClr val="F5F4EC"/>
                </a:solidFill>
                <a:latin typeface="Space Grotesk"/>
                <a:ea typeface="Space Grotesk"/>
                <a:cs typeface="Space Grotesk"/>
              </a:defRPr>
            </a:lvl9pPr>
          </a:lstStyle>
          <a:p xmlns:a="http://schemas.openxmlformats.org/drawingml/2006/main">
            <a:pPr>
              <a:defRPr sz="6300" b="1">
                <a:solidFill>
                  <a:srgbClr val="F5F4EC"/>
                </a:solidFill>
                <a:latin typeface="Space Grotesk"/>
                <a:ea typeface="Space Grotesk"/>
                <a:cs typeface="Space Grotesk"/>
              </a:defRPr>
            </a:pPr>
            <a:r>
              <a:rPr sz="6300" b="1">
                <a:solidFill>
                  <a:srgbClr val="F5F4EC"/>
                </a:solidFill>
                <a:latin typeface="Space Grotesk"/>
                <a:ea typeface="Space Grotesk"/>
                <a:cs typeface="Space Grotesk"/>
              </a:rPr>
              <a:t>Thank you</a:t>
            </a:r>
          </a:p>
        </p:txBody>
      </p:sp>
      <p:sp>
        <p:nvSpPr>
          <p:cNvPr id="3" name="[Speaker name]">
            <a:extLst xmlns:a="http://schemas.openxmlformats.org/drawingml/2006/main">
              <a:ext uri="{FF2B5EF4-FFF2-40B4-BE49-F238E27FC236}">
                <a16:creationId xmlns:a16="http://schemas.microsoft.com/office/drawing/2014/main" id="{45F899AF-47F1-4212-A073-74705502124E}"/>
              </a:ext>
            </a:extLst>
          </p:cNvPr>
          <p:cNvSpPr>
            <a:spLocks xmlns:a="http://schemas.openxmlformats.org/drawingml/2006/main" noGrp="1"/>
          </p:cNvSpPr>
          <p:nvPr/>
        </p:nvSpPr>
        <p:spPr>
          <a:xfrm xmlns:a="http://schemas.openxmlformats.org/drawingml/2006/main">
            <a:off x="609600" y="3714750"/>
            <a:ext cx="676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1">
                <a:solidFill>
                  <a:srgbClr val="F5F4EC"/>
                </a:solidFill>
                <a:latin typeface="Space Grotesk"/>
                <a:ea typeface="Space Grotesk"/>
                <a:cs typeface="Space Grotesk"/>
              </a:defRPr>
            </a:defPPr>
            <a:lvl1pPr>
              <a:defRPr sz="2775" b="1">
                <a:solidFill>
                  <a:srgbClr val="F5F4EC"/>
                </a:solidFill>
                <a:latin typeface="Space Grotesk"/>
                <a:ea typeface="Space Grotesk"/>
                <a:cs typeface="Space Grotesk"/>
              </a:defRPr>
            </a:lvl1pPr>
            <a:lvl2pPr>
              <a:defRPr sz="2775" b="1">
                <a:solidFill>
                  <a:srgbClr val="F5F4EC"/>
                </a:solidFill>
                <a:latin typeface="Space Grotesk"/>
                <a:ea typeface="Space Grotesk"/>
                <a:cs typeface="Space Grotesk"/>
              </a:defRPr>
            </a:lvl2pPr>
            <a:lvl3pPr>
              <a:defRPr sz="2775" b="1">
                <a:solidFill>
                  <a:srgbClr val="F5F4EC"/>
                </a:solidFill>
                <a:latin typeface="Space Grotesk"/>
                <a:ea typeface="Space Grotesk"/>
                <a:cs typeface="Space Grotesk"/>
              </a:defRPr>
            </a:lvl3pPr>
            <a:lvl4pPr>
              <a:defRPr sz="2775" b="1">
                <a:solidFill>
                  <a:srgbClr val="F5F4EC"/>
                </a:solidFill>
                <a:latin typeface="Space Grotesk"/>
                <a:ea typeface="Space Grotesk"/>
                <a:cs typeface="Space Grotesk"/>
              </a:defRPr>
            </a:lvl4pPr>
            <a:lvl5pPr>
              <a:defRPr sz="2775" b="1">
                <a:solidFill>
                  <a:srgbClr val="F5F4EC"/>
                </a:solidFill>
                <a:latin typeface="Space Grotesk"/>
                <a:ea typeface="Space Grotesk"/>
                <a:cs typeface="Space Grotesk"/>
              </a:defRPr>
            </a:lvl5pPr>
            <a:lvl6pPr>
              <a:defRPr sz="2775" b="1">
                <a:solidFill>
                  <a:srgbClr val="F5F4EC"/>
                </a:solidFill>
                <a:latin typeface="Space Grotesk"/>
                <a:ea typeface="Space Grotesk"/>
                <a:cs typeface="Space Grotesk"/>
              </a:defRPr>
            </a:lvl6pPr>
            <a:lvl7pPr>
              <a:defRPr sz="2775" b="1">
                <a:solidFill>
                  <a:srgbClr val="F5F4EC"/>
                </a:solidFill>
                <a:latin typeface="Space Grotesk"/>
                <a:ea typeface="Space Grotesk"/>
                <a:cs typeface="Space Grotesk"/>
              </a:defRPr>
            </a:lvl7pPr>
            <a:lvl8pPr>
              <a:defRPr sz="2775" b="1">
                <a:solidFill>
                  <a:srgbClr val="F5F4EC"/>
                </a:solidFill>
                <a:latin typeface="Space Grotesk"/>
                <a:ea typeface="Space Grotesk"/>
                <a:cs typeface="Space Grotesk"/>
              </a:defRPr>
            </a:lvl8pPr>
            <a:lvl9pPr>
              <a:defRPr sz="2775" b="1">
                <a:solidFill>
                  <a:srgbClr val="F5F4EC"/>
                </a:solidFill>
                <a:latin typeface="Space Grotesk"/>
                <a:ea typeface="Space Grotesk"/>
                <a:cs typeface="Space Grotesk"/>
              </a:defRPr>
            </a:lvl9pPr>
          </a:lstStyle>
          <a:p xmlns:a="http://schemas.openxmlformats.org/drawingml/2006/main">
            <a:pPr>
              <a:defRPr sz="2775" b="1">
                <a:solidFill>
                  <a:srgbClr val="F5F4EC"/>
                </a:solidFill>
                <a:latin typeface="Space Grotesk"/>
                <a:ea typeface="Space Grotesk"/>
                <a:cs typeface="Space Grotesk"/>
              </a:defRPr>
            </a:pPr>
            <a:r>
              <a:rPr sz="2775" b="1">
                <a:solidFill>
                  <a:srgbClr val="F5F4EC"/>
                </a:solidFill>
                <a:latin typeface="Space Grotesk"/>
                <a:ea typeface="Space Grotesk"/>
                <a:cs typeface="Space Grotesk"/>
              </a:rPr>
              <a:t>[Speaker name]</a:t>
            </a:r>
          </a:p>
        </p:txBody>
      </p:sp>
      <p:sp>
        <p:nvSpPr>
          <p:cNvPr id="4" name="[Contact or profile URL]">
            <a:extLst xmlns:a="http://schemas.openxmlformats.org/drawingml/2006/main">
              <a:ext uri="{FF2B5EF4-FFF2-40B4-BE49-F238E27FC236}">
                <a16:creationId xmlns:a16="http://schemas.microsoft.com/office/drawing/2014/main" id="{93709E4F-85B3-4EA6-AC2C-49B41D979E3D}"/>
              </a:ext>
            </a:extLst>
          </p:cNvPr>
          <p:cNvSpPr>
            <a:spLocks xmlns:a="http://schemas.openxmlformats.org/drawingml/2006/main" noGrp="1"/>
          </p:cNvSpPr>
          <p:nvPr/>
        </p:nvSpPr>
        <p:spPr>
          <a:xfrm xmlns:a="http://schemas.openxmlformats.org/drawingml/2006/main">
            <a:off x="609600" y="4514850"/>
            <a:ext cx="676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C9C2B6"/>
                </a:solidFill>
                <a:latin typeface="Instrument Sans"/>
                <a:ea typeface="Instrument Sans"/>
                <a:cs typeface="Instrument Sans"/>
              </a:defRPr>
            </a:defPPr>
            <a:lvl1pPr>
              <a:defRPr sz="2025" b="0">
                <a:solidFill>
                  <a:srgbClr val="C9C2B6"/>
                </a:solidFill>
                <a:latin typeface="Instrument Sans"/>
                <a:ea typeface="Instrument Sans"/>
                <a:cs typeface="Instrument Sans"/>
              </a:defRPr>
            </a:lvl1pPr>
            <a:lvl2pPr>
              <a:defRPr sz="2025" b="0">
                <a:solidFill>
                  <a:srgbClr val="C9C2B6"/>
                </a:solidFill>
                <a:latin typeface="Instrument Sans"/>
                <a:ea typeface="Instrument Sans"/>
                <a:cs typeface="Instrument Sans"/>
              </a:defRPr>
            </a:lvl2pPr>
            <a:lvl3pPr>
              <a:defRPr sz="2025" b="0">
                <a:solidFill>
                  <a:srgbClr val="C9C2B6"/>
                </a:solidFill>
                <a:latin typeface="Instrument Sans"/>
                <a:ea typeface="Instrument Sans"/>
                <a:cs typeface="Instrument Sans"/>
              </a:defRPr>
            </a:lvl3pPr>
            <a:lvl4pPr>
              <a:defRPr sz="2025" b="0">
                <a:solidFill>
                  <a:srgbClr val="C9C2B6"/>
                </a:solidFill>
                <a:latin typeface="Instrument Sans"/>
                <a:ea typeface="Instrument Sans"/>
                <a:cs typeface="Instrument Sans"/>
              </a:defRPr>
            </a:lvl4pPr>
            <a:lvl5pPr>
              <a:defRPr sz="2025" b="0">
                <a:solidFill>
                  <a:srgbClr val="C9C2B6"/>
                </a:solidFill>
                <a:latin typeface="Instrument Sans"/>
                <a:ea typeface="Instrument Sans"/>
                <a:cs typeface="Instrument Sans"/>
              </a:defRPr>
            </a:lvl5pPr>
            <a:lvl6pPr>
              <a:defRPr sz="2025" b="0">
                <a:solidFill>
                  <a:srgbClr val="C9C2B6"/>
                </a:solidFill>
                <a:latin typeface="Instrument Sans"/>
                <a:ea typeface="Instrument Sans"/>
                <a:cs typeface="Instrument Sans"/>
              </a:defRPr>
            </a:lvl6pPr>
            <a:lvl7pPr>
              <a:defRPr sz="2025" b="0">
                <a:solidFill>
                  <a:srgbClr val="C9C2B6"/>
                </a:solidFill>
                <a:latin typeface="Instrument Sans"/>
                <a:ea typeface="Instrument Sans"/>
                <a:cs typeface="Instrument Sans"/>
              </a:defRPr>
            </a:lvl7pPr>
            <a:lvl8pPr>
              <a:defRPr sz="2025" b="0">
                <a:solidFill>
                  <a:srgbClr val="C9C2B6"/>
                </a:solidFill>
                <a:latin typeface="Instrument Sans"/>
                <a:ea typeface="Instrument Sans"/>
                <a:cs typeface="Instrument Sans"/>
              </a:defRPr>
            </a:lvl8pPr>
            <a:lvl9pPr>
              <a:defRPr sz="2025" b="0">
                <a:solidFill>
                  <a:srgbClr val="C9C2B6"/>
                </a:solidFill>
                <a:latin typeface="Instrument Sans"/>
                <a:ea typeface="Instrument Sans"/>
                <a:cs typeface="Instrument Sans"/>
              </a:defRPr>
            </a:lvl9pPr>
          </a:lstStyle>
          <a:p xmlns:a="http://schemas.openxmlformats.org/drawingml/2006/main">
            <a:pPr>
              <a:defRPr sz="2025" b="0">
                <a:solidFill>
                  <a:srgbClr val="C9C2B6"/>
                </a:solidFill>
                <a:latin typeface="Instrument Sans"/>
                <a:ea typeface="Instrument Sans"/>
                <a:cs typeface="Instrument Sans"/>
              </a:defRPr>
            </a:pPr>
            <a:r>
              <a:rPr sz="2025" b="0">
                <a:solidFill>
                  <a:srgbClr val="C9C2B6"/>
                </a:solidFill>
                <a:latin typeface="Instrument Sans"/>
                <a:ea typeface="Instrument Sans"/>
                <a:cs typeface="Instrument Sans"/>
              </a:rPr>
              <a:t>[Contact or profile URL]</a:t>
            </a:r>
          </a:p>
        </p:txBody>
      </p:sp>
      <p:sp>
        <p:nvSpPr>
          <p:cNvPr id="5" name="globalai.community">
            <a:extLst xmlns:a="http://schemas.openxmlformats.org/drawingml/2006/main">
              <a:ext uri="{FF2B5EF4-FFF2-40B4-BE49-F238E27FC236}">
                <a16:creationId xmlns:a16="http://schemas.microsoft.com/office/drawing/2014/main" id="{F0D1BBF4-8950-4229-9D0D-21F754EC89BE}"/>
              </a:ext>
            </a:extLst>
          </p:cNvPr>
          <p:cNvSpPr>
            <a:spLocks xmlns:a="http://schemas.openxmlformats.org/drawingml/2006/main" noGrp="1"/>
          </p:cNvSpPr>
          <p:nvPr/>
        </p:nvSpPr>
        <p:spPr>
          <a:xfrm xmlns:a="http://schemas.openxmlformats.org/drawingml/2006/main">
            <a:off x="609600" y="53149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EF8D65"/>
                </a:solidFill>
                <a:latin typeface="Instrument Sans"/>
                <a:ea typeface="Instrument Sans"/>
                <a:cs typeface="Instrument Sans"/>
              </a:defRPr>
            </a:defPPr>
            <a:lvl1pPr>
              <a:defRPr sz="1950" b="0">
                <a:solidFill>
                  <a:srgbClr val="EF8D65"/>
                </a:solidFill>
                <a:latin typeface="Instrument Sans"/>
                <a:ea typeface="Instrument Sans"/>
                <a:cs typeface="Instrument Sans"/>
              </a:defRPr>
            </a:lvl1pPr>
            <a:lvl2pPr>
              <a:defRPr sz="1950" b="0">
                <a:solidFill>
                  <a:srgbClr val="EF8D65"/>
                </a:solidFill>
                <a:latin typeface="Instrument Sans"/>
                <a:ea typeface="Instrument Sans"/>
                <a:cs typeface="Instrument Sans"/>
              </a:defRPr>
            </a:lvl2pPr>
            <a:lvl3pPr>
              <a:defRPr sz="1950" b="0">
                <a:solidFill>
                  <a:srgbClr val="EF8D65"/>
                </a:solidFill>
                <a:latin typeface="Instrument Sans"/>
                <a:ea typeface="Instrument Sans"/>
                <a:cs typeface="Instrument Sans"/>
              </a:defRPr>
            </a:lvl3pPr>
            <a:lvl4pPr>
              <a:defRPr sz="1950" b="0">
                <a:solidFill>
                  <a:srgbClr val="EF8D65"/>
                </a:solidFill>
                <a:latin typeface="Instrument Sans"/>
                <a:ea typeface="Instrument Sans"/>
                <a:cs typeface="Instrument Sans"/>
              </a:defRPr>
            </a:lvl4pPr>
            <a:lvl5pPr>
              <a:defRPr sz="1950" b="0">
                <a:solidFill>
                  <a:srgbClr val="EF8D65"/>
                </a:solidFill>
                <a:latin typeface="Instrument Sans"/>
                <a:ea typeface="Instrument Sans"/>
                <a:cs typeface="Instrument Sans"/>
              </a:defRPr>
            </a:lvl5pPr>
            <a:lvl6pPr>
              <a:defRPr sz="1950" b="0">
                <a:solidFill>
                  <a:srgbClr val="EF8D65"/>
                </a:solidFill>
                <a:latin typeface="Instrument Sans"/>
                <a:ea typeface="Instrument Sans"/>
                <a:cs typeface="Instrument Sans"/>
              </a:defRPr>
            </a:lvl6pPr>
            <a:lvl7pPr>
              <a:defRPr sz="1950" b="0">
                <a:solidFill>
                  <a:srgbClr val="EF8D65"/>
                </a:solidFill>
                <a:latin typeface="Instrument Sans"/>
                <a:ea typeface="Instrument Sans"/>
                <a:cs typeface="Instrument Sans"/>
              </a:defRPr>
            </a:lvl7pPr>
            <a:lvl8pPr>
              <a:defRPr sz="1950" b="0">
                <a:solidFill>
                  <a:srgbClr val="EF8D65"/>
                </a:solidFill>
                <a:latin typeface="Instrument Sans"/>
                <a:ea typeface="Instrument Sans"/>
                <a:cs typeface="Instrument Sans"/>
              </a:defRPr>
            </a:lvl8pPr>
            <a:lvl9pPr>
              <a:defRPr sz="1950" b="0">
                <a:solidFill>
                  <a:srgbClr val="EF8D65"/>
                </a:solidFill>
                <a:latin typeface="Instrument Sans"/>
                <a:ea typeface="Instrument Sans"/>
                <a:cs typeface="Instrument Sans"/>
              </a:defRPr>
            </a:lvl9pPr>
          </a:lstStyle>
          <a:p xmlns:a="http://schemas.openxmlformats.org/drawingml/2006/main">
            <a:pPr>
              <a:defRPr sz="1950" b="0">
                <a:solidFill>
                  <a:srgbClr val="EF8D65"/>
                </a:solidFill>
                <a:latin typeface="Instrument Sans"/>
                <a:ea typeface="Instrument Sans"/>
                <a:cs typeface="Instrument Sans"/>
              </a:defRPr>
            </a:pPr>
            <a:r>
              <a:rPr sz="1950" b="0">
                <a:solidFill>
                  <a:srgbClr val="EF8D65"/>
                </a:solidFill>
                <a:latin typeface="Instrument Sans"/>
                <a:ea typeface="Instrument Sans"/>
                <a:cs typeface="Instrument Sans"/>
              </a:rPr>
              <a:t>globalai.community</a:t>
            </a:r>
          </a:p>
        </p:txBody>
      </p:sp>
      <p:pic>
        <p:nvPicPr>
          <p:cNvPr id="6" name="">
            <a:extLst xmlns:a="http://schemas.openxmlformats.org/drawingml/2006/main">
              <a:ext uri="{FF2B5EF4-FFF2-40B4-BE49-F238E27FC236}">
                <a16:creationId xmlns:a16="http://schemas.microsoft.com/office/drawing/2014/main" id="{642E2298-8990-41F9-9DDD-90F6BC21E58E}"/>
              </a:ext>
            </a:extLst>
          </p:cNvPr>
          <p:cNvPicPr>
            <a:picLocks xmlns:a="http://schemas.openxmlformats.org/drawingml/2006/main" noChangeAspect="1"/>
          </p:cNvPicPr>
          <p:nvPr/>
        </p:nvPicPr>
        <p:blipFill>
          <a:blip xmlns:r="http://schemas.openxmlformats.org/officeDocument/2006/relationships" xmlns:a="http://schemas.openxmlformats.org/drawingml/2006/main" r:embed="R11dd3ef46f7849c5"/>
          <a:stretch xmlns:a="http://schemas.openxmlformats.org/drawingml/2006/main"/>
        </p:blipFill>
        <p:spPr>
          <a:xfrm xmlns:a="http://schemas.openxmlformats.org/drawingml/2006/main">
            <a:off x="7962900" y="1619250"/>
            <a:ext cx="3619500" cy="3619500"/>
          </a:xfrm>
          <a:prstGeom xmlns:a="http://schemas.openxmlformats.org/drawingml/2006/main" prst="rect">
            <a:avLst/>
          </a:prstGeom>
        </p:spPr>
      </p:pic>
    </p:spTree>
    <p:extLst>
      <p:ext uri="{BB962C8B-B14F-4D97-AF65-F5344CB8AC3E}">
        <p14:creationId xmlns:p14="http://schemas.microsoft.com/office/powerpoint/2010/main" val="947421910"/>
      </p:ext>
    </p:extLst>
  </p:cSld>
</p:sld>
</file>

<file path=ppt/slides/slide14.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6D5CFF0-A8E9-4C9B-8417-CA216670767D}"/>
              </a:ext>
            </a:extLst>
          </p:cNvPr>
          <p:cNvPicPr>
            <a:picLocks xmlns:a="http://schemas.openxmlformats.org/drawingml/2006/main" noChangeAspect="1"/>
          </p:cNvPicPr>
          <p:nvPr/>
        </p:nvPicPr>
        <p:blipFill>
          <a:blip xmlns:r="http://schemas.openxmlformats.org/officeDocument/2006/relationships" xmlns:a="http://schemas.openxmlformats.org/drawingml/2006/main" r:embed="R64fb6e9d22f344d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uiet content background">
            <a:extLst xmlns:a="http://schemas.openxmlformats.org/drawingml/2006/main">
              <a:ext uri="{FF2B5EF4-FFF2-40B4-BE49-F238E27FC236}">
                <a16:creationId xmlns:a16="http://schemas.microsoft.com/office/drawing/2014/main" id="{B6FF3898-B69D-4A60-A06C-711F725EC1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321">
              <a:alpha val="58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75BD53B5-134B-4350-851D-544CBBA7FE09}"/>
              </a:ext>
            </a:extLst>
          </p:cNvPr>
          <p:cNvPicPr>
            <a:picLocks xmlns:a="http://schemas.openxmlformats.org/drawingml/2006/main" noChangeAspect="1"/>
          </p:cNvPicPr>
          <p:nvPr/>
        </p:nvPicPr>
        <p:blipFill>
          <a:blip xmlns:r="http://schemas.openxmlformats.org/officeDocument/2006/relationships" xmlns:a="http://schemas.openxmlformats.org/drawingml/2006/main" r:embed="R7b25c1c205114883"/>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4" name="Global AI Nights Berlin">
            <a:extLst xmlns:a="http://schemas.openxmlformats.org/drawingml/2006/main">
              <a:ext uri="{FF2B5EF4-FFF2-40B4-BE49-F238E27FC236}">
                <a16:creationId xmlns:a16="http://schemas.microsoft.com/office/drawing/2014/main" id="{EF301D94-A839-4988-8353-60B5F7757764}"/>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5" name="14">
            <a:extLst xmlns:a="http://schemas.openxmlformats.org/drawingml/2006/main">
              <a:ext uri="{FF2B5EF4-FFF2-40B4-BE49-F238E27FC236}">
                <a16:creationId xmlns:a16="http://schemas.microsoft.com/office/drawing/2014/main" id="{55B8A53F-D981-4B86-8D20-7993FEA23A6C}"/>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14</a:t>
            </a:r>
          </a:p>
        </p:txBody>
      </p:sp>
      <p:sp>
        <p:nvSpPr>
          <p:cNvPr id="6" name="Tonight’s programme">
            <a:extLst xmlns:a="http://schemas.openxmlformats.org/drawingml/2006/main">
              <a:ext uri="{FF2B5EF4-FFF2-40B4-BE49-F238E27FC236}">
                <a16:creationId xmlns:a16="http://schemas.microsoft.com/office/drawing/2014/main" id="{31023A8A-27C3-4750-8F37-99528BE3219A}"/>
              </a:ext>
            </a:extLst>
          </p:cNvPr>
          <p:cNvSpPr>
            <a:spLocks xmlns:a="http://schemas.openxmlformats.org/drawingml/2006/main" noGrp="1"/>
          </p:cNvSpPr>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Tonight’s programme</a:t>
            </a:r>
          </a:p>
        </p:txBody>
      </p:sp>
      <p:sp>
        <p:nvSpPr>
          <p:cNvPr id="7" name="[Time]">
            <a:extLst xmlns:a="http://schemas.openxmlformats.org/drawingml/2006/main">
              <a:ext uri="{FF2B5EF4-FFF2-40B4-BE49-F238E27FC236}">
                <a16:creationId xmlns:a16="http://schemas.microsoft.com/office/drawing/2014/main" id="{228E595E-C73B-4E79-8357-10BC210B1BAB}"/>
              </a:ext>
            </a:extLst>
          </p:cNvPr>
          <p:cNvSpPr>
            <a:spLocks xmlns:a="http://schemas.openxmlformats.org/drawingml/2006/main" noGrp="1"/>
          </p:cNvSpPr>
          <p:nvPr/>
        </p:nvSpPr>
        <p:spPr>
          <a:xfrm xmlns:a="http://schemas.openxmlformats.org/drawingml/2006/main">
            <a:off x="609600" y="191452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EF8D65"/>
                </a:solidFill>
                <a:latin typeface="Space Grotesk"/>
                <a:ea typeface="Space Grotesk"/>
                <a:cs typeface="Space Grotesk"/>
              </a:defRPr>
            </a:defPPr>
            <a:lvl1pPr>
              <a:defRPr sz="2100" b="1">
                <a:solidFill>
                  <a:srgbClr val="EF8D65"/>
                </a:solidFill>
                <a:latin typeface="Space Grotesk"/>
                <a:ea typeface="Space Grotesk"/>
                <a:cs typeface="Space Grotesk"/>
              </a:defRPr>
            </a:lvl1pPr>
            <a:lvl2pPr>
              <a:defRPr sz="2100" b="1">
                <a:solidFill>
                  <a:srgbClr val="EF8D65"/>
                </a:solidFill>
                <a:latin typeface="Space Grotesk"/>
                <a:ea typeface="Space Grotesk"/>
                <a:cs typeface="Space Grotesk"/>
              </a:defRPr>
            </a:lvl2pPr>
            <a:lvl3pPr>
              <a:defRPr sz="2100" b="1">
                <a:solidFill>
                  <a:srgbClr val="EF8D65"/>
                </a:solidFill>
                <a:latin typeface="Space Grotesk"/>
                <a:ea typeface="Space Grotesk"/>
                <a:cs typeface="Space Grotesk"/>
              </a:defRPr>
            </a:lvl3pPr>
            <a:lvl4pPr>
              <a:defRPr sz="2100" b="1">
                <a:solidFill>
                  <a:srgbClr val="EF8D65"/>
                </a:solidFill>
                <a:latin typeface="Space Grotesk"/>
                <a:ea typeface="Space Grotesk"/>
                <a:cs typeface="Space Grotesk"/>
              </a:defRPr>
            </a:lvl4pPr>
            <a:lvl5pPr>
              <a:defRPr sz="2100" b="1">
                <a:solidFill>
                  <a:srgbClr val="EF8D65"/>
                </a:solidFill>
                <a:latin typeface="Space Grotesk"/>
                <a:ea typeface="Space Grotesk"/>
                <a:cs typeface="Space Grotesk"/>
              </a:defRPr>
            </a:lvl5pPr>
            <a:lvl6pPr>
              <a:defRPr sz="2100" b="1">
                <a:solidFill>
                  <a:srgbClr val="EF8D65"/>
                </a:solidFill>
                <a:latin typeface="Space Grotesk"/>
                <a:ea typeface="Space Grotesk"/>
                <a:cs typeface="Space Grotesk"/>
              </a:defRPr>
            </a:lvl6pPr>
            <a:lvl7pPr>
              <a:defRPr sz="2100" b="1">
                <a:solidFill>
                  <a:srgbClr val="EF8D65"/>
                </a:solidFill>
                <a:latin typeface="Space Grotesk"/>
                <a:ea typeface="Space Grotesk"/>
                <a:cs typeface="Space Grotesk"/>
              </a:defRPr>
            </a:lvl7pPr>
            <a:lvl8pPr>
              <a:defRPr sz="2100" b="1">
                <a:solidFill>
                  <a:srgbClr val="EF8D65"/>
                </a:solidFill>
                <a:latin typeface="Space Grotesk"/>
                <a:ea typeface="Space Grotesk"/>
                <a:cs typeface="Space Grotesk"/>
              </a:defRPr>
            </a:lvl8pPr>
            <a:lvl9pPr>
              <a:defRPr sz="2100" b="1">
                <a:solidFill>
                  <a:srgbClr val="EF8D65"/>
                </a:solidFill>
                <a:latin typeface="Space Grotesk"/>
                <a:ea typeface="Space Grotesk"/>
                <a:cs typeface="Space Grotesk"/>
              </a:defRPr>
            </a:lvl9pPr>
          </a:lstStyle>
          <a:p xmlns:a="http://schemas.openxmlformats.org/drawingml/2006/main">
            <a:pPr>
              <a:defRPr sz="2100" b="1">
                <a:solidFill>
                  <a:srgbClr val="EF8D65"/>
                </a:solidFill>
                <a:latin typeface="Space Grotesk"/>
                <a:ea typeface="Space Grotesk"/>
                <a:cs typeface="Space Grotesk"/>
              </a:defRPr>
            </a:pPr>
            <a:r>
              <a:rPr sz="2100" b="1">
                <a:solidFill>
                  <a:srgbClr val="EF8D65"/>
                </a:solidFill>
                <a:latin typeface="Space Grotesk"/>
                <a:ea typeface="Space Grotesk"/>
                <a:cs typeface="Space Grotesk"/>
              </a:rPr>
              <a:t>[Time]</a:t>
            </a:r>
          </a:p>
        </p:txBody>
      </p:sp>
      <p:sp>
        <p:nvSpPr>
          <p:cNvPr id="8" name="Welcome &amp; community updates">
            <a:extLst xmlns:a="http://schemas.openxmlformats.org/drawingml/2006/main">
              <a:ext uri="{FF2B5EF4-FFF2-40B4-BE49-F238E27FC236}">
                <a16:creationId xmlns:a16="http://schemas.microsoft.com/office/drawing/2014/main" id="{70515CD7-520A-4768-9293-90E665665925}"/>
              </a:ext>
            </a:extLst>
          </p:cNvPr>
          <p:cNvSpPr>
            <a:spLocks xmlns:a="http://schemas.openxmlformats.org/drawingml/2006/main" noGrp="1"/>
          </p:cNvSpPr>
          <p:nvPr/>
        </p:nvSpPr>
        <p:spPr>
          <a:xfrm xmlns:a="http://schemas.openxmlformats.org/drawingml/2006/main">
            <a:off x="2571750" y="1914525"/>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F5F4EC"/>
                </a:solidFill>
                <a:latin typeface="Space Grotesk"/>
                <a:ea typeface="Space Grotesk"/>
                <a:cs typeface="Space Grotesk"/>
              </a:defRPr>
            </a:defPPr>
            <a:lvl1pPr>
              <a:defRPr sz="2325" b="1">
                <a:solidFill>
                  <a:srgbClr val="F5F4EC"/>
                </a:solidFill>
                <a:latin typeface="Space Grotesk"/>
                <a:ea typeface="Space Grotesk"/>
                <a:cs typeface="Space Grotesk"/>
              </a:defRPr>
            </a:lvl1pPr>
            <a:lvl2pPr>
              <a:defRPr sz="2325" b="1">
                <a:solidFill>
                  <a:srgbClr val="F5F4EC"/>
                </a:solidFill>
                <a:latin typeface="Space Grotesk"/>
                <a:ea typeface="Space Grotesk"/>
                <a:cs typeface="Space Grotesk"/>
              </a:defRPr>
            </a:lvl2pPr>
            <a:lvl3pPr>
              <a:defRPr sz="2325" b="1">
                <a:solidFill>
                  <a:srgbClr val="F5F4EC"/>
                </a:solidFill>
                <a:latin typeface="Space Grotesk"/>
                <a:ea typeface="Space Grotesk"/>
                <a:cs typeface="Space Grotesk"/>
              </a:defRPr>
            </a:lvl3pPr>
            <a:lvl4pPr>
              <a:defRPr sz="2325" b="1">
                <a:solidFill>
                  <a:srgbClr val="F5F4EC"/>
                </a:solidFill>
                <a:latin typeface="Space Grotesk"/>
                <a:ea typeface="Space Grotesk"/>
                <a:cs typeface="Space Grotesk"/>
              </a:defRPr>
            </a:lvl4pPr>
            <a:lvl5pPr>
              <a:defRPr sz="2325" b="1">
                <a:solidFill>
                  <a:srgbClr val="F5F4EC"/>
                </a:solidFill>
                <a:latin typeface="Space Grotesk"/>
                <a:ea typeface="Space Grotesk"/>
                <a:cs typeface="Space Grotesk"/>
              </a:defRPr>
            </a:lvl5pPr>
            <a:lvl6pPr>
              <a:defRPr sz="2325" b="1">
                <a:solidFill>
                  <a:srgbClr val="F5F4EC"/>
                </a:solidFill>
                <a:latin typeface="Space Grotesk"/>
                <a:ea typeface="Space Grotesk"/>
                <a:cs typeface="Space Grotesk"/>
              </a:defRPr>
            </a:lvl6pPr>
            <a:lvl7pPr>
              <a:defRPr sz="2325" b="1">
                <a:solidFill>
                  <a:srgbClr val="F5F4EC"/>
                </a:solidFill>
                <a:latin typeface="Space Grotesk"/>
                <a:ea typeface="Space Grotesk"/>
                <a:cs typeface="Space Grotesk"/>
              </a:defRPr>
            </a:lvl7pPr>
            <a:lvl8pPr>
              <a:defRPr sz="2325" b="1">
                <a:solidFill>
                  <a:srgbClr val="F5F4EC"/>
                </a:solidFill>
                <a:latin typeface="Space Grotesk"/>
                <a:ea typeface="Space Grotesk"/>
                <a:cs typeface="Space Grotesk"/>
              </a:defRPr>
            </a:lvl8pPr>
            <a:lvl9pPr>
              <a:defRPr sz="2325" b="1">
                <a:solidFill>
                  <a:srgbClr val="F5F4EC"/>
                </a:solidFill>
                <a:latin typeface="Space Grotesk"/>
                <a:ea typeface="Space Grotesk"/>
                <a:cs typeface="Space Grotesk"/>
              </a:defRPr>
            </a:lvl9pPr>
          </a:lstStyle>
          <a:p xmlns:a="http://schemas.openxmlformats.org/drawingml/2006/main">
            <a:pPr>
              <a:defRPr sz="2325" b="1">
                <a:solidFill>
                  <a:srgbClr val="F5F4EC"/>
                </a:solidFill>
                <a:latin typeface="Space Grotesk"/>
                <a:ea typeface="Space Grotesk"/>
                <a:cs typeface="Space Grotesk"/>
              </a:defRPr>
            </a:pPr>
            <a:r>
              <a:rPr sz="2325" b="1">
                <a:solidFill>
                  <a:srgbClr val="F5F4EC"/>
                </a:solidFill>
                <a:latin typeface="Space Grotesk"/>
                <a:ea typeface="Space Grotesk"/>
                <a:cs typeface="Space Grotesk"/>
              </a:rPr>
              <a:t>Welcome &amp; community updates</a:t>
            </a:r>
          </a:p>
        </p:txBody>
      </p:sp>
      <p:sp>
        <p:nvSpPr>
          <p:cNvPr id="9" name="[Host name]">
            <a:extLst xmlns:a="http://schemas.openxmlformats.org/drawingml/2006/main">
              <a:ext uri="{FF2B5EF4-FFF2-40B4-BE49-F238E27FC236}">
                <a16:creationId xmlns:a16="http://schemas.microsoft.com/office/drawing/2014/main" id="{B65264F5-918D-46FB-B787-9935188A0494}"/>
              </a:ext>
            </a:extLst>
          </p:cNvPr>
          <p:cNvSpPr>
            <a:spLocks xmlns:a="http://schemas.openxmlformats.org/drawingml/2006/main" noGrp="1"/>
          </p:cNvSpPr>
          <p:nvPr/>
        </p:nvSpPr>
        <p:spPr>
          <a:xfrm xmlns:a="http://schemas.openxmlformats.org/drawingml/2006/main">
            <a:off x="2571750" y="2400300"/>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C9C2B6"/>
                </a:solidFill>
                <a:latin typeface="Instrument Sans"/>
                <a:ea typeface="Instrument Sans"/>
                <a:cs typeface="Instrument Sans"/>
              </a:defRPr>
            </a:defPPr>
            <a:lvl1pPr>
              <a:defRPr sz="1725" b="0">
                <a:solidFill>
                  <a:srgbClr val="C9C2B6"/>
                </a:solidFill>
                <a:latin typeface="Instrument Sans"/>
                <a:ea typeface="Instrument Sans"/>
                <a:cs typeface="Instrument Sans"/>
              </a:defRPr>
            </a:lvl1pPr>
            <a:lvl2pPr>
              <a:defRPr sz="1725" b="0">
                <a:solidFill>
                  <a:srgbClr val="C9C2B6"/>
                </a:solidFill>
                <a:latin typeface="Instrument Sans"/>
                <a:ea typeface="Instrument Sans"/>
                <a:cs typeface="Instrument Sans"/>
              </a:defRPr>
            </a:lvl2pPr>
            <a:lvl3pPr>
              <a:defRPr sz="1725" b="0">
                <a:solidFill>
                  <a:srgbClr val="C9C2B6"/>
                </a:solidFill>
                <a:latin typeface="Instrument Sans"/>
                <a:ea typeface="Instrument Sans"/>
                <a:cs typeface="Instrument Sans"/>
              </a:defRPr>
            </a:lvl3pPr>
            <a:lvl4pPr>
              <a:defRPr sz="1725" b="0">
                <a:solidFill>
                  <a:srgbClr val="C9C2B6"/>
                </a:solidFill>
                <a:latin typeface="Instrument Sans"/>
                <a:ea typeface="Instrument Sans"/>
                <a:cs typeface="Instrument Sans"/>
              </a:defRPr>
            </a:lvl4pPr>
            <a:lvl5pPr>
              <a:defRPr sz="1725" b="0">
                <a:solidFill>
                  <a:srgbClr val="C9C2B6"/>
                </a:solidFill>
                <a:latin typeface="Instrument Sans"/>
                <a:ea typeface="Instrument Sans"/>
                <a:cs typeface="Instrument Sans"/>
              </a:defRPr>
            </a:lvl5pPr>
            <a:lvl6pPr>
              <a:defRPr sz="1725" b="0">
                <a:solidFill>
                  <a:srgbClr val="C9C2B6"/>
                </a:solidFill>
                <a:latin typeface="Instrument Sans"/>
                <a:ea typeface="Instrument Sans"/>
                <a:cs typeface="Instrument Sans"/>
              </a:defRPr>
            </a:lvl6pPr>
            <a:lvl7pPr>
              <a:defRPr sz="1725" b="0">
                <a:solidFill>
                  <a:srgbClr val="C9C2B6"/>
                </a:solidFill>
                <a:latin typeface="Instrument Sans"/>
                <a:ea typeface="Instrument Sans"/>
                <a:cs typeface="Instrument Sans"/>
              </a:defRPr>
            </a:lvl7pPr>
            <a:lvl8pPr>
              <a:defRPr sz="1725" b="0">
                <a:solidFill>
                  <a:srgbClr val="C9C2B6"/>
                </a:solidFill>
                <a:latin typeface="Instrument Sans"/>
                <a:ea typeface="Instrument Sans"/>
                <a:cs typeface="Instrument Sans"/>
              </a:defRPr>
            </a:lvl8pPr>
            <a:lvl9pPr>
              <a:defRPr sz="1725" b="0">
                <a:solidFill>
                  <a:srgbClr val="C9C2B6"/>
                </a:solidFill>
                <a:latin typeface="Instrument Sans"/>
                <a:ea typeface="Instrument Sans"/>
                <a:cs typeface="Instrument Sans"/>
              </a:defRPr>
            </a:lvl9pPr>
          </a:lstStyle>
          <a:p xmlns:a="http://schemas.openxmlformats.org/drawingml/2006/main">
            <a:pPr>
              <a:defRPr sz="1725" b="0">
                <a:solidFill>
                  <a:srgbClr val="C9C2B6"/>
                </a:solidFill>
                <a:latin typeface="Instrument Sans"/>
                <a:ea typeface="Instrument Sans"/>
                <a:cs typeface="Instrument Sans"/>
              </a:defRPr>
            </a:pPr>
            <a:r>
              <a:rPr sz="1725" b="0">
                <a:solidFill>
                  <a:srgbClr val="C9C2B6"/>
                </a:solidFill>
                <a:latin typeface="Instrument Sans"/>
                <a:ea typeface="Instrument Sans"/>
                <a:cs typeface="Instrument Sans"/>
              </a:rPr>
              <a:t>[Host name]</a:t>
            </a:r>
          </a:p>
        </p:txBody>
      </p:sp>
      <p:sp>
        <p:nvSpPr>
          <p:cNvPr id="10" name="[Time]">
            <a:extLst xmlns:a="http://schemas.openxmlformats.org/drawingml/2006/main">
              <a:ext uri="{FF2B5EF4-FFF2-40B4-BE49-F238E27FC236}">
                <a16:creationId xmlns:a16="http://schemas.microsoft.com/office/drawing/2014/main" id="{1F278B9C-96F4-47FA-9893-6386B17F77E9}"/>
              </a:ext>
            </a:extLst>
          </p:cNvPr>
          <p:cNvSpPr>
            <a:spLocks xmlns:a="http://schemas.openxmlformats.org/drawingml/2006/main" noGrp="1"/>
          </p:cNvSpPr>
          <p:nvPr/>
        </p:nvSpPr>
        <p:spPr>
          <a:xfrm xmlns:a="http://schemas.openxmlformats.org/drawingml/2006/main">
            <a:off x="609600" y="29146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EF8D65"/>
                </a:solidFill>
                <a:latin typeface="Space Grotesk"/>
                <a:ea typeface="Space Grotesk"/>
                <a:cs typeface="Space Grotesk"/>
              </a:defRPr>
            </a:defPPr>
            <a:lvl1pPr>
              <a:defRPr sz="2100" b="1">
                <a:solidFill>
                  <a:srgbClr val="EF8D65"/>
                </a:solidFill>
                <a:latin typeface="Space Grotesk"/>
                <a:ea typeface="Space Grotesk"/>
                <a:cs typeface="Space Grotesk"/>
              </a:defRPr>
            </a:lvl1pPr>
            <a:lvl2pPr>
              <a:defRPr sz="2100" b="1">
                <a:solidFill>
                  <a:srgbClr val="EF8D65"/>
                </a:solidFill>
                <a:latin typeface="Space Grotesk"/>
                <a:ea typeface="Space Grotesk"/>
                <a:cs typeface="Space Grotesk"/>
              </a:defRPr>
            </a:lvl2pPr>
            <a:lvl3pPr>
              <a:defRPr sz="2100" b="1">
                <a:solidFill>
                  <a:srgbClr val="EF8D65"/>
                </a:solidFill>
                <a:latin typeface="Space Grotesk"/>
                <a:ea typeface="Space Grotesk"/>
                <a:cs typeface="Space Grotesk"/>
              </a:defRPr>
            </a:lvl3pPr>
            <a:lvl4pPr>
              <a:defRPr sz="2100" b="1">
                <a:solidFill>
                  <a:srgbClr val="EF8D65"/>
                </a:solidFill>
                <a:latin typeface="Space Grotesk"/>
                <a:ea typeface="Space Grotesk"/>
                <a:cs typeface="Space Grotesk"/>
              </a:defRPr>
            </a:lvl4pPr>
            <a:lvl5pPr>
              <a:defRPr sz="2100" b="1">
                <a:solidFill>
                  <a:srgbClr val="EF8D65"/>
                </a:solidFill>
                <a:latin typeface="Space Grotesk"/>
                <a:ea typeface="Space Grotesk"/>
                <a:cs typeface="Space Grotesk"/>
              </a:defRPr>
            </a:lvl5pPr>
            <a:lvl6pPr>
              <a:defRPr sz="2100" b="1">
                <a:solidFill>
                  <a:srgbClr val="EF8D65"/>
                </a:solidFill>
                <a:latin typeface="Space Grotesk"/>
                <a:ea typeface="Space Grotesk"/>
                <a:cs typeface="Space Grotesk"/>
              </a:defRPr>
            </a:lvl6pPr>
            <a:lvl7pPr>
              <a:defRPr sz="2100" b="1">
                <a:solidFill>
                  <a:srgbClr val="EF8D65"/>
                </a:solidFill>
                <a:latin typeface="Space Grotesk"/>
                <a:ea typeface="Space Grotesk"/>
                <a:cs typeface="Space Grotesk"/>
              </a:defRPr>
            </a:lvl7pPr>
            <a:lvl8pPr>
              <a:defRPr sz="2100" b="1">
                <a:solidFill>
                  <a:srgbClr val="EF8D65"/>
                </a:solidFill>
                <a:latin typeface="Space Grotesk"/>
                <a:ea typeface="Space Grotesk"/>
                <a:cs typeface="Space Grotesk"/>
              </a:defRPr>
            </a:lvl8pPr>
            <a:lvl9pPr>
              <a:defRPr sz="2100" b="1">
                <a:solidFill>
                  <a:srgbClr val="EF8D65"/>
                </a:solidFill>
                <a:latin typeface="Space Grotesk"/>
                <a:ea typeface="Space Grotesk"/>
                <a:cs typeface="Space Grotesk"/>
              </a:defRPr>
            </a:lvl9pPr>
          </a:lstStyle>
          <a:p xmlns:a="http://schemas.openxmlformats.org/drawingml/2006/main">
            <a:pPr>
              <a:defRPr sz="2100" b="1">
                <a:solidFill>
                  <a:srgbClr val="EF8D65"/>
                </a:solidFill>
                <a:latin typeface="Space Grotesk"/>
                <a:ea typeface="Space Grotesk"/>
                <a:cs typeface="Space Grotesk"/>
              </a:defRPr>
            </a:pPr>
            <a:r>
              <a:rPr sz="2100" b="1">
                <a:solidFill>
                  <a:srgbClr val="EF8D65"/>
                </a:solidFill>
                <a:latin typeface="Space Grotesk"/>
                <a:ea typeface="Space Grotesk"/>
                <a:cs typeface="Space Grotesk"/>
              </a:rPr>
              <a:t>[Time]</a:t>
            </a:r>
          </a:p>
        </p:txBody>
      </p:sp>
      <p:sp>
        <p:nvSpPr>
          <p:cNvPr id="11" name="[Session title]">
            <a:extLst xmlns:a="http://schemas.openxmlformats.org/drawingml/2006/main">
              <a:ext uri="{FF2B5EF4-FFF2-40B4-BE49-F238E27FC236}">
                <a16:creationId xmlns:a16="http://schemas.microsoft.com/office/drawing/2014/main" id="{3DAB98D3-088B-4258-BCAC-50231A63B5DB}"/>
              </a:ext>
            </a:extLst>
          </p:cNvPr>
          <p:cNvSpPr>
            <a:spLocks xmlns:a="http://schemas.openxmlformats.org/drawingml/2006/main" noGrp="1"/>
          </p:cNvSpPr>
          <p:nvPr/>
        </p:nvSpPr>
        <p:spPr>
          <a:xfrm xmlns:a="http://schemas.openxmlformats.org/drawingml/2006/main">
            <a:off x="2571750" y="291465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F5F4EC"/>
                </a:solidFill>
                <a:latin typeface="Space Grotesk"/>
                <a:ea typeface="Space Grotesk"/>
                <a:cs typeface="Space Grotesk"/>
              </a:defRPr>
            </a:defPPr>
            <a:lvl1pPr>
              <a:defRPr sz="2325" b="1">
                <a:solidFill>
                  <a:srgbClr val="F5F4EC"/>
                </a:solidFill>
                <a:latin typeface="Space Grotesk"/>
                <a:ea typeface="Space Grotesk"/>
                <a:cs typeface="Space Grotesk"/>
              </a:defRPr>
            </a:lvl1pPr>
            <a:lvl2pPr>
              <a:defRPr sz="2325" b="1">
                <a:solidFill>
                  <a:srgbClr val="F5F4EC"/>
                </a:solidFill>
                <a:latin typeface="Space Grotesk"/>
                <a:ea typeface="Space Grotesk"/>
                <a:cs typeface="Space Grotesk"/>
              </a:defRPr>
            </a:lvl2pPr>
            <a:lvl3pPr>
              <a:defRPr sz="2325" b="1">
                <a:solidFill>
                  <a:srgbClr val="F5F4EC"/>
                </a:solidFill>
                <a:latin typeface="Space Grotesk"/>
                <a:ea typeface="Space Grotesk"/>
                <a:cs typeface="Space Grotesk"/>
              </a:defRPr>
            </a:lvl3pPr>
            <a:lvl4pPr>
              <a:defRPr sz="2325" b="1">
                <a:solidFill>
                  <a:srgbClr val="F5F4EC"/>
                </a:solidFill>
                <a:latin typeface="Space Grotesk"/>
                <a:ea typeface="Space Grotesk"/>
                <a:cs typeface="Space Grotesk"/>
              </a:defRPr>
            </a:lvl4pPr>
            <a:lvl5pPr>
              <a:defRPr sz="2325" b="1">
                <a:solidFill>
                  <a:srgbClr val="F5F4EC"/>
                </a:solidFill>
                <a:latin typeface="Space Grotesk"/>
                <a:ea typeface="Space Grotesk"/>
                <a:cs typeface="Space Grotesk"/>
              </a:defRPr>
            </a:lvl5pPr>
            <a:lvl6pPr>
              <a:defRPr sz="2325" b="1">
                <a:solidFill>
                  <a:srgbClr val="F5F4EC"/>
                </a:solidFill>
                <a:latin typeface="Space Grotesk"/>
                <a:ea typeface="Space Grotesk"/>
                <a:cs typeface="Space Grotesk"/>
              </a:defRPr>
            </a:lvl6pPr>
            <a:lvl7pPr>
              <a:defRPr sz="2325" b="1">
                <a:solidFill>
                  <a:srgbClr val="F5F4EC"/>
                </a:solidFill>
                <a:latin typeface="Space Grotesk"/>
                <a:ea typeface="Space Grotesk"/>
                <a:cs typeface="Space Grotesk"/>
              </a:defRPr>
            </a:lvl7pPr>
            <a:lvl8pPr>
              <a:defRPr sz="2325" b="1">
                <a:solidFill>
                  <a:srgbClr val="F5F4EC"/>
                </a:solidFill>
                <a:latin typeface="Space Grotesk"/>
                <a:ea typeface="Space Grotesk"/>
                <a:cs typeface="Space Grotesk"/>
              </a:defRPr>
            </a:lvl8pPr>
            <a:lvl9pPr>
              <a:defRPr sz="2325" b="1">
                <a:solidFill>
                  <a:srgbClr val="F5F4EC"/>
                </a:solidFill>
                <a:latin typeface="Space Grotesk"/>
                <a:ea typeface="Space Grotesk"/>
                <a:cs typeface="Space Grotesk"/>
              </a:defRPr>
            </a:lvl9pPr>
          </a:lstStyle>
          <a:p xmlns:a="http://schemas.openxmlformats.org/drawingml/2006/main">
            <a:pPr>
              <a:defRPr sz="2325" b="1">
                <a:solidFill>
                  <a:srgbClr val="F5F4EC"/>
                </a:solidFill>
                <a:latin typeface="Space Grotesk"/>
                <a:ea typeface="Space Grotesk"/>
                <a:cs typeface="Space Grotesk"/>
              </a:defRPr>
            </a:pPr>
            <a:r>
              <a:rPr sz="2325" b="1">
                <a:solidFill>
                  <a:srgbClr val="F5F4EC"/>
                </a:solidFill>
                <a:latin typeface="Space Grotesk"/>
                <a:ea typeface="Space Grotesk"/>
                <a:cs typeface="Space Grotesk"/>
              </a:rPr>
              <a:t>[Session title]</a:t>
            </a:r>
          </a:p>
        </p:txBody>
      </p:sp>
      <p:sp>
        <p:nvSpPr>
          <p:cNvPr id="12" name="[Speaker name]">
            <a:extLst xmlns:a="http://schemas.openxmlformats.org/drawingml/2006/main">
              <a:ext uri="{FF2B5EF4-FFF2-40B4-BE49-F238E27FC236}">
                <a16:creationId xmlns:a16="http://schemas.microsoft.com/office/drawing/2014/main" id="{CBA5D4A4-1A37-4482-AD63-722CC2413B49}"/>
              </a:ext>
            </a:extLst>
          </p:cNvPr>
          <p:cNvSpPr>
            <a:spLocks xmlns:a="http://schemas.openxmlformats.org/drawingml/2006/main" noGrp="1"/>
          </p:cNvSpPr>
          <p:nvPr/>
        </p:nvSpPr>
        <p:spPr>
          <a:xfrm xmlns:a="http://schemas.openxmlformats.org/drawingml/2006/main">
            <a:off x="2571750" y="340042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C9C2B6"/>
                </a:solidFill>
                <a:latin typeface="Instrument Sans"/>
                <a:ea typeface="Instrument Sans"/>
                <a:cs typeface="Instrument Sans"/>
              </a:defRPr>
            </a:defPPr>
            <a:lvl1pPr>
              <a:defRPr sz="1725" b="0">
                <a:solidFill>
                  <a:srgbClr val="C9C2B6"/>
                </a:solidFill>
                <a:latin typeface="Instrument Sans"/>
                <a:ea typeface="Instrument Sans"/>
                <a:cs typeface="Instrument Sans"/>
              </a:defRPr>
            </a:lvl1pPr>
            <a:lvl2pPr>
              <a:defRPr sz="1725" b="0">
                <a:solidFill>
                  <a:srgbClr val="C9C2B6"/>
                </a:solidFill>
                <a:latin typeface="Instrument Sans"/>
                <a:ea typeface="Instrument Sans"/>
                <a:cs typeface="Instrument Sans"/>
              </a:defRPr>
            </a:lvl2pPr>
            <a:lvl3pPr>
              <a:defRPr sz="1725" b="0">
                <a:solidFill>
                  <a:srgbClr val="C9C2B6"/>
                </a:solidFill>
                <a:latin typeface="Instrument Sans"/>
                <a:ea typeface="Instrument Sans"/>
                <a:cs typeface="Instrument Sans"/>
              </a:defRPr>
            </a:lvl3pPr>
            <a:lvl4pPr>
              <a:defRPr sz="1725" b="0">
                <a:solidFill>
                  <a:srgbClr val="C9C2B6"/>
                </a:solidFill>
                <a:latin typeface="Instrument Sans"/>
                <a:ea typeface="Instrument Sans"/>
                <a:cs typeface="Instrument Sans"/>
              </a:defRPr>
            </a:lvl4pPr>
            <a:lvl5pPr>
              <a:defRPr sz="1725" b="0">
                <a:solidFill>
                  <a:srgbClr val="C9C2B6"/>
                </a:solidFill>
                <a:latin typeface="Instrument Sans"/>
                <a:ea typeface="Instrument Sans"/>
                <a:cs typeface="Instrument Sans"/>
              </a:defRPr>
            </a:lvl5pPr>
            <a:lvl6pPr>
              <a:defRPr sz="1725" b="0">
                <a:solidFill>
                  <a:srgbClr val="C9C2B6"/>
                </a:solidFill>
                <a:latin typeface="Instrument Sans"/>
                <a:ea typeface="Instrument Sans"/>
                <a:cs typeface="Instrument Sans"/>
              </a:defRPr>
            </a:lvl6pPr>
            <a:lvl7pPr>
              <a:defRPr sz="1725" b="0">
                <a:solidFill>
                  <a:srgbClr val="C9C2B6"/>
                </a:solidFill>
                <a:latin typeface="Instrument Sans"/>
                <a:ea typeface="Instrument Sans"/>
                <a:cs typeface="Instrument Sans"/>
              </a:defRPr>
            </a:lvl7pPr>
            <a:lvl8pPr>
              <a:defRPr sz="1725" b="0">
                <a:solidFill>
                  <a:srgbClr val="C9C2B6"/>
                </a:solidFill>
                <a:latin typeface="Instrument Sans"/>
                <a:ea typeface="Instrument Sans"/>
                <a:cs typeface="Instrument Sans"/>
              </a:defRPr>
            </a:lvl8pPr>
            <a:lvl9pPr>
              <a:defRPr sz="1725" b="0">
                <a:solidFill>
                  <a:srgbClr val="C9C2B6"/>
                </a:solidFill>
                <a:latin typeface="Instrument Sans"/>
                <a:ea typeface="Instrument Sans"/>
                <a:cs typeface="Instrument Sans"/>
              </a:defRPr>
            </a:lvl9pPr>
          </a:lstStyle>
          <a:p xmlns:a="http://schemas.openxmlformats.org/drawingml/2006/main">
            <a:pPr>
              <a:defRPr sz="1725" b="0">
                <a:solidFill>
                  <a:srgbClr val="C9C2B6"/>
                </a:solidFill>
                <a:latin typeface="Instrument Sans"/>
                <a:ea typeface="Instrument Sans"/>
                <a:cs typeface="Instrument Sans"/>
              </a:defRPr>
            </a:pPr>
            <a:r>
              <a:rPr sz="1725" b="0">
                <a:solidFill>
                  <a:srgbClr val="C9C2B6"/>
                </a:solidFill>
                <a:latin typeface="Instrument Sans"/>
                <a:ea typeface="Instrument Sans"/>
                <a:cs typeface="Instrument Sans"/>
              </a:rPr>
              <a:t>[Speaker name]</a:t>
            </a:r>
          </a:p>
        </p:txBody>
      </p:sp>
      <p:sp>
        <p:nvSpPr>
          <p:cNvPr id="13" name="[Time]">
            <a:extLst xmlns:a="http://schemas.openxmlformats.org/drawingml/2006/main">
              <a:ext uri="{FF2B5EF4-FFF2-40B4-BE49-F238E27FC236}">
                <a16:creationId xmlns:a16="http://schemas.microsoft.com/office/drawing/2014/main" id="{B0AAE83F-8BF3-446A-ADEE-6B29883683FE}"/>
              </a:ext>
            </a:extLst>
          </p:cNvPr>
          <p:cNvSpPr>
            <a:spLocks xmlns:a="http://schemas.openxmlformats.org/drawingml/2006/main" noGrp="1"/>
          </p:cNvSpPr>
          <p:nvPr/>
        </p:nvSpPr>
        <p:spPr>
          <a:xfrm xmlns:a="http://schemas.openxmlformats.org/drawingml/2006/main">
            <a:off x="609600" y="391477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EF8D65"/>
                </a:solidFill>
                <a:latin typeface="Space Grotesk"/>
                <a:ea typeface="Space Grotesk"/>
                <a:cs typeface="Space Grotesk"/>
              </a:defRPr>
            </a:defPPr>
            <a:lvl1pPr>
              <a:defRPr sz="2100" b="1">
                <a:solidFill>
                  <a:srgbClr val="EF8D65"/>
                </a:solidFill>
                <a:latin typeface="Space Grotesk"/>
                <a:ea typeface="Space Grotesk"/>
                <a:cs typeface="Space Grotesk"/>
              </a:defRPr>
            </a:lvl1pPr>
            <a:lvl2pPr>
              <a:defRPr sz="2100" b="1">
                <a:solidFill>
                  <a:srgbClr val="EF8D65"/>
                </a:solidFill>
                <a:latin typeface="Space Grotesk"/>
                <a:ea typeface="Space Grotesk"/>
                <a:cs typeface="Space Grotesk"/>
              </a:defRPr>
            </a:lvl2pPr>
            <a:lvl3pPr>
              <a:defRPr sz="2100" b="1">
                <a:solidFill>
                  <a:srgbClr val="EF8D65"/>
                </a:solidFill>
                <a:latin typeface="Space Grotesk"/>
                <a:ea typeface="Space Grotesk"/>
                <a:cs typeface="Space Grotesk"/>
              </a:defRPr>
            </a:lvl3pPr>
            <a:lvl4pPr>
              <a:defRPr sz="2100" b="1">
                <a:solidFill>
                  <a:srgbClr val="EF8D65"/>
                </a:solidFill>
                <a:latin typeface="Space Grotesk"/>
                <a:ea typeface="Space Grotesk"/>
                <a:cs typeface="Space Grotesk"/>
              </a:defRPr>
            </a:lvl4pPr>
            <a:lvl5pPr>
              <a:defRPr sz="2100" b="1">
                <a:solidFill>
                  <a:srgbClr val="EF8D65"/>
                </a:solidFill>
                <a:latin typeface="Space Grotesk"/>
                <a:ea typeface="Space Grotesk"/>
                <a:cs typeface="Space Grotesk"/>
              </a:defRPr>
            </a:lvl5pPr>
            <a:lvl6pPr>
              <a:defRPr sz="2100" b="1">
                <a:solidFill>
                  <a:srgbClr val="EF8D65"/>
                </a:solidFill>
                <a:latin typeface="Space Grotesk"/>
                <a:ea typeface="Space Grotesk"/>
                <a:cs typeface="Space Grotesk"/>
              </a:defRPr>
            </a:lvl6pPr>
            <a:lvl7pPr>
              <a:defRPr sz="2100" b="1">
                <a:solidFill>
                  <a:srgbClr val="EF8D65"/>
                </a:solidFill>
                <a:latin typeface="Space Grotesk"/>
                <a:ea typeface="Space Grotesk"/>
                <a:cs typeface="Space Grotesk"/>
              </a:defRPr>
            </a:lvl7pPr>
            <a:lvl8pPr>
              <a:defRPr sz="2100" b="1">
                <a:solidFill>
                  <a:srgbClr val="EF8D65"/>
                </a:solidFill>
                <a:latin typeface="Space Grotesk"/>
                <a:ea typeface="Space Grotesk"/>
                <a:cs typeface="Space Grotesk"/>
              </a:defRPr>
            </a:lvl8pPr>
            <a:lvl9pPr>
              <a:defRPr sz="2100" b="1">
                <a:solidFill>
                  <a:srgbClr val="EF8D65"/>
                </a:solidFill>
                <a:latin typeface="Space Grotesk"/>
                <a:ea typeface="Space Grotesk"/>
                <a:cs typeface="Space Grotesk"/>
              </a:defRPr>
            </a:lvl9pPr>
          </a:lstStyle>
          <a:p xmlns:a="http://schemas.openxmlformats.org/drawingml/2006/main">
            <a:pPr>
              <a:defRPr sz="2100" b="1">
                <a:solidFill>
                  <a:srgbClr val="EF8D65"/>
                </a:solidFill>
                <a:latin typeface="Space Grotesk"/>
                <a:ea typeface="Space Grotesk"/>
                <a:cs typeface="Space Grotesk"/>
              </a:defRPr>
            </a:pPr>
            <a:r>
              <a:rPr sz="2100" b="1">
                <a:solidFill>
                  <a:srgbClr val="EF8D65"/>
                </a:solidFill>
                <a:latin typeface="Space Grotesk"/>
                <a:ea typeface="Space Grotesk"/>
                <a:cs typeface="Space Grotesk"/>
              </a:rPr>
              <a:t>[Time]</a:t>
            </a:r>
          </a:p>
        </p:txBody>
      </p:sp>
      <p:sp>
        <p:nvSpPr>
          <p:cNvPr id="14" name="[Session title]">
            <a:extLst xmlns:a="http://schemas.openxmlformats.org/drawingml/2006/main">
              <a:ext uri="{FF2B5EF4-FFF2-40B4-BE49-F238E27FC236}">
                <a16:creationId xmlns:a16="http://schemas.microsoft.com/office/drawing/2014/main" id="{200FE1B4-2E24-4BDF-860E-D5D5F4756569}"/>
              </a:ext>
            </a:extLst>
          </p:cNvPr>
          <p:cNvSpPr>
            <a:spLocks xmlns:a="http://schemas.openxmlformats.org/drawingml/2006/main" noGrp="1"/>
          </p:cNvSpPr>
          <p:nvPr/>
        </p:nvSpPr>
        <p:spPr>
          <a:xfrm xmlns:a="http://schemas.openxmlformats.org/drawingml/2006/main">
            <a:off x="2571750" y="3914775"/>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F5F4EC"/>
                </a:solidFill>
                <a:latin typeface="Space Grotesk"/>
                <a:ea typeface="Space Grotesk"/>
                <a:cs typeface="Space Grotesk"/>
              </a:defRPr>
            </a:defPPr>
            <a:lvl1pPr>
              <a:defRPr sz="2325" b="1">
                <a:solidFill>
                  <a:srgbClr val="F5F4EC"/>
                </a:solidFill>
                <a:latin typeface="Space Grotesk"/>
                <a:ea typeface="Space Grotesk"/>
                <a:cs typeface="Space Grotesk"/>
              </a:defRPr>
            </a:lvl1pPr>
            <a:lvl2pPr>
              <a:defRPr sz="2325" b="1">
                <a:solidFill>
                  <a:srgbClr val="F5F4EC"/>
                </a:solidFill>
                <a:latin typeface="Space Grotesk"/>
                <a:ea typeface="Space Grotesk"/>
                <a:cs typeface="Space Grotesk"/>
              </a:defRPr>
            </a:lvl2pPr>
            <a:lvl3pPr>
              <a:defRPr sz="2325" b="1">
                <a:solidFill>
                  <a:srgbClr val="F5F4EC"/>
                </a:solidFill>
                <a:latin typeface="Space Grotesk"/>
                <a:ea typeface="Space Grotesk"/>
                <a:cs typeface="Space Grotesk"/>
              </a:defRPr>
            </a:lvl3pPr>
            <a:lvl4pPr>
              <a:defRPr sz="2325" b="1">
                <a:solidFill>
                  <a:srgbClr val="F5F4EC"/>
                </a:solidFill>
                <a:latin typeface="Space Grotesk"/>
                <a:ea typeface="Space Grotesk"/>
                <a:cs typeface="Space Grotesk"/>
              </a:defRPr>
            </a:lvl4pPr>
            <a:lvl5pPr>
              <a:defRPr sz="2325" b="1">
                <a:solidFill>
                  <a:srgbClr val="F5F4EC"/>
                </a:solidFill>
                <a:latin typeface="Space Grotesk"/>
                <a:ea typeface="Space Grotesk"/>
                <a:cs typeface="Space Grotesk"/>
              </a:defRPr>
            </a:lvl5pPr>
            <a:lvl6pPr>
              <a:defRPr sz="2325" b="1">
                <a:solidFill>
                  <a:srgbClr val="F5F4EC"/>
                </a:solidFill>
                <a:latin typeface="Space Grotesk"/>
                <a:ea typeface="Space Grotesk"/>
                <a:cs typeface="Space Grotesk"/>
              </a:defRPr>
            </a:lvl6pPr>
            <a:lvl7pPr>
              <a:defRPr sz="2325" b="1">
                <a:solidFill>
                  <a:srgbClr val="F5F4EC"/>
                </a:solidFill>
                <a:latin typeface="Space Grotesk"/>
                <a:ea typeface="Space Grotesk"/>
                <a:cs typeface="Space Grotesk"/>
              </a:defRPr>
            </a:lvl7pPr>
            <a:lvl8pPr>
              <a:defRPr sz="2325" b="1">
                <a:solidFill>
                  <a:srgbClr val="F5F4EC"/>
                </a:solidFill>
                <a:latin typeface="Space Grotesk"/>
                <a:ea typeface="Space Grotesk"/>
                <a:cs typeface="Space Grotesk"/>
              </a:defRPr>
            </a:lvl8pPr>
            <a:lvl9pPr>
              <a:defRPr sz="2325" b="1">
                <a:solidFill>
                  <a:srgbClr val="F5F4EC"/>
                </a:solidFill>
                <a:latin typeface="Space Grotesk"/>
                <a:ea typeface="Space Grotesk"/>
                <a:cs typeface="Space Grotesk"/>
              </a:defRPr>
            </a:lvl9pPr>
          </a:lstStyle>
          <a:p xmlns:a="http://schemas.openxmlformats.org/drawingml/2006/main">
            <a:pPr>
              <a:defRPr sz="2325" b="1">
                <a:solidFill>
                  <a:srgbClr val="F5F4EC"/>
                </a:solidFill>
                <a:latin typeface="Space Grotesk"/>
                <a:ea typeface="Space Grotesk"/>
                <a:cs typeface="Space Grotesk"/>
              </a:defRPr>
            </a:pPr>
            <a:r>
              <a:rPr sz="2325" b="1">
                <a:solidFill>
                  <a:srgbClr val="F5F4EC"/>
                </a:solidFill>
                <a:latin typeface="Space Grotesk"/>
                <a:ea typeface="Space Grotesk"/>
                <a:cs typeface="Space Grotesk"/>
              </a:rPr>
              <a:t>[Session title]</a:t>
            </a:r>
          </a:p>
        </p:txBody>
      </p:sp>
      <p:sp>
        <p:nvSpPr>
          <p:cNvPr id="15" name="[Speaker name]">
            <a:extLst xmlns:a="http://schemas.openxmlformats.org/drawingml/2006/main">
              <a:ext uri="{FF2B5EF4-FFF2-40B4-BE49-F238E27FC236}">
                <a16:creationId xmlns:a16="http://schemas.microsoft.com/office/drawing/2014/main" id="{C4D449C2-1E75-435C-98B3-18931CB4A1CD}"/>
              </a:ext>
            </a:extLst>
          </p:cNvPr>
          <p:cNvSpPr>
            <a:spLocks xmlns:a="http://schemas.openxmlformats.org/drawingml/2006/main" noGrp="1"/>
          </p:cNvSpPr>
          <p:nvPr/>
        </p:nvSpPr>
        <p:spPr>
          <a:xfrm xmlns:a="http://schemas.openxmlformats.org/drawingml/2006/main">
            <a:off x="2571750" y="4400550"/>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C9C2B6"/>
                </a:solidFill>
                <a:latin typeface="Instrument Sans"/>
                <a:ea typeface="Instrument Sans"/>
                <a:cs typeface="Instrument Sans"/>
              </a:defRPr>
            </a:defPPr>
            <a:lvl1pPr>
              <a:defRPr sz="1725" b="0">
                <a:solidFill>
                  <a:srgbClr val="C9C2B6"/>
                </a:solidFill>
                <a:latin typeface="Instrument Sans"/>
                <a:ea typeface="Instrument Sans"/>
                <a:cs typeface="Instrument Sans"/>
              </a:defRPr>
            </a:lvl1pPr>
            <a:lvl2pPr>
              <a:defRPr sz="1725" b="0">
                <a:solidFill>
                  <a:srgbClr val="C9C2B6"/>
                </a:solidFill>
                <a:latin typeface="Instrument Sans"/>
                <a:ea typeface="Instrument Sans"/>
                <a:cs typeface="Instrument Sans"/>
              </a:defRPr>
            </a:lvl2pPr>
            <a:lvl3pPr>
              <a:defRPr sz="1725" b="0">
                <a:solidFill>
                  <a:srgbClr val="C9C2B6"/>
                </a:solidFill>
                <a:latin typeface="Instrument Sans"/>
                <a:ea typeface="Instrument Sans"/>
                <a:cs typeface="Instrument Sans"/>
              </a:defRPr>
            </a:lvl3pPr>
            <a:lvl4pPr>
              <a:defRPr sz="1725" b="0">
                <a:solidFill>
                  <a:srgbClr val="C9C2B6"/>
                </a:solidFill>
                <a:latin typeface="Instrument Sans"/>
                <a:ea typeface="Instrument Sans"/>
                <a:cs typeface="Instrument Sans"/>
              </a:defRPr>
            </a:lvl4pPr>
            <a:lvl5pPr>
              <a:defRPr sz="1725" b="0">
                <a:solidFill>
                  <a:srgbClr val="C9C2B6"/>
                </a:solidFill>
                <a:latin typeface="Instrument Sans"/>
                <a:ea typeface="Instrument Sans"/>
                <a:cs typeface="Instrument Sans"/>
              </a:defRPr>
            </a:lvl5pPr>
            <a:lvl6pPr>
              <a:defRPr sz="1725" b="0">
                <a:solidFill>
                  <a:srgbClr val="C9C2B6"/>
                </a:solidFill>
                <a:latin typeface="Instrument Sans"/>
                <a:ea typeface="Instrument Sans"/>
                <a:cs typeface="Instrument Sans"/>
              </a:defRPr>
            </a:lvl6pPr>
            <a:lvl7pPr>
              <a:defRPr sz="1725" b="0">
                <a:solidFill>
                  <a:srgbClr val="C9C2B6"/>
                </a:solidFill>
                <a:latin typeface="Instrument Sans"/>
                <a:ea typeface="Instrument Sans"/>
                <a:cs typeface="Instrument Sans"/>
              </a:defRPr>
            </a:lvl7pPr>
            <a:lvl8pPr>
              <a:defRPr sz="1725" b="0">
                <a:solidFill>
                  <a:srgbClr val="C9C2B6"/>
                </a:solidFill>
                <a:latin typeface="Instrument Sans"/>
                <a:ea typeface="Instrument Sans"/>
                <a:cs typeface="Instrument Sans"/>
              </a:defRPr>
            </a:lvl8pPr>
            <a:lvl9pPr>
              <a:defRPr sz="1725" b="0">
                <a:solidFill>
                  <a:srgbClr val="C9C2B6"/>
                </a:solidFill>
                <a:latin typeface="Instrument Sans"/>
                <a:ea typeface="Instrument Sans"/>
                <a:cs typeface="Instrument Sans"/>
              </a:defRPr>
            </a:lvl9pPr>
          </a:lstStyle>
          <a:p xmlns:a="http://schemas.openxmlformats.org/drawingml/2006/main">
            <a:pPr>
              <a:defRPr sz="1725" b="0">
                <a:solidFill>
                  <a:srgbClr val="C9C2B6"/>
                </a:solidFill>
                <a:latin typeface="Instrument Sans"/>
                <a:ea typeface="Instrument Sans"/>
                <a:cs typeface="Instrument Sans"/>
              </a:defRPr>
            </a:pPr>
            <a:r>
              <a:rPr sz="1725" b="0">
                <a:solidFill>
                  <a:srgbClr val="C9C2B6"/>
                </a:solidFill>
                <a:latin typeface="Instrument Sans"/>
                <a:ea typeface="Instrument Sans"/>
                <a:cs typeface="Instrument Sans"/>
              </a:rPr>
              <a:t>[Speaker name]</a:t>
            </a:r>
          </a:p>
        </p:txBody>
      </p:sp>
      <p:sp>
        <p:nvSpPr>
          <p:cNvPr id="16" name="[Time]">
            <a:extLst xmlns:a="http://schemas.openxmlformats.org/drawingml/2006/main">
              <a:ext uri="{FF2B5EF4-FFF2-40B4-BE49-F238E27FC236}">
                <a16:creationId xmlns:a16="http://schemas.microsoft.com/office/drawing/2014/main" id="{E7547E9D-7643-4FAE-B60A-F9E450E77B3F}"/>
              </a:ext>
            </a:extLst>
          </p:cNvPr>
          <p:cNvSpPr>
            <a:spLocks xmlns:a="http://schemas.openxmlformats.org/drawingml/2006/main" noGrp="1"/>
          </p:cNvSpPr>
          <p:nvPr/>
        </p:nvSpPr>
        <p:spPr>
          <a:xfrm xmlns:a="http://schemas.openxmlformats.org/drawingml/2006/main">
            <a:off x="609600" y="491490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EF8D65"/>
                </a:solidFill>
                <a:latin typeface="Space Grotesk"/>
                <a:ea typeface="Space Grotesk"/>
                <a:cs typeface="Space Grotesk"/>
              </a:defRPr>
            </a:defPPr>
            <a:lvl1pPr>
              <a:defRPr sz="2100" b="1">
                <a:solidFill>
                  <a:srgbClr val="EF8D65"/>
                </a:solidFill>
                <a:latin typeface="Space Grotesk"/>
                <a:ea typeface="Space Grotesk"/>
                <a:cs typeface="Space Grotesk"/>
              </a:defRPr>
            </a:lvl1pPr>
            <a:lvl2pPr>
              <a:defRPr sz="2100" b="1">
                <a:solidFill>
                  <a:srgbClr val="EF8D65"/>
                </a:solidFill>
                <a:latin typeface="Space Grotesk"/>
                <a:ea typeface="Space Grotesk"/>
                <a:cs typeface="Space Grotesk"/>
              </a:defRPr>
            </a:lvl2pPr>
            <a:lvl3pPr>
              <a:defRPr sz="2100" b="1">
                <a:solidFill>
                  <a:srgbClr val="EF8D65"/>
                </a:solidFill>
                <a:latin typeface="Space Grotesk"/>
                <a:ea typeface="Space Grotesk"/>
                <a:cs typeface="Space Grotesk"/>
              </a:defRPr>
            </a:lvl3pPr>
            <a:lvl4pPr>
              <a:defRPr sz="2100" b="1">
                <a:solidFill>
                  <a:srgbClr val="EF8D65"/>
                </a:solidFill>
                <a:latin typeface="Space Grotesk"/>
                <a:ea typeface="Space Grotesk"/>
                <a:cs typeface="Space Grotesk"/>
              </a:defRPr>
            </a:lvl4pPr>
            <a:lvl5pPr>
              <a:defRPr sz="2100" b="1">
                <a:solidFill>
                  <a:srgbClr val="EF8D65"/>
                </a:solidFill>
                <a:latin typeface="Space Grotesk"/>
                <a:ea typeface="Space Grotesk"/>
                <a:cs typeface="Space Grotesk"/>
              </a:defRPr>
            </a:lvl5pPr>
            <a:lvl6pPr>
              <a:defRPr sz="2100" b="1">
                <a:solidFill>
                  <a:srgbClr val="EF8D65"/>
                </a:solidFill>
                <a:latin typeface="Space Grotesk"/>
                <a:ea typeface="Space Grotesk"/>
                <a:cs typeface="Space Grotesk"/>
              </a:defRPr>
            </a:lvl6pPr>
            <a:lvl7pPr>
              <a:defRPr sz="2100" b="1">
                <a:solidFill>
                  <a:srgbClr val="EF8D65"/>
                </a:solidFill>
                <a:latin typeface="Space Grotesk"/>
                <a:ea typeface="Space Grotesk"/>
                <a:cs typeface="Space Grotesk"/>
              </a:defRPr>
            </a:lvl7pPr>
            <a:lvl8pPr>
              <a:defRPr sz="2100" b="1">
                <a:solidFill>
                  <a:srgbClr val="EF8D65"/>
                </a:solidFill>
                <a:latin typeface="Space Grotesk"/>
                <a:ea typeface="Space Grotesk"/>
                <a:cs typeface="Space Grotesk"/>
              </a:defRPr>
            </a:lvl8pPr>
            <a:lvl9pPr>
              <a:defRPr sz="2100" b="1">
                <a:solidFill>
                  <a:srgbClr val="EF8D65"/>
                </a:solidFill>
                <a:latin typeface="Space Grotesk"/>
                <a:ea typeface="Space Grotesk"/>
                <a:cs typeface="Space Grotesk"/>
              </a:defRPr>
            </a:lvl9pPr>
          </a:lstStyle>
          <a:p xmlns:a="http://schemas.openxmlformats.org/drawingml/2006/main">
            <a:pPr>
              <a:defRPr sz="2100" b="1">
                <a:solidFill>
                  <a:srgbClr val="EF8D65"/>
                </a:solidFill>
                <a:latin typeface="Space Grotesk"/>
                <a:ea typeface="Space Grotesk"/>
                <a:cs typeface="Space Grotesk"/>
              </a:defRPr>
            </a:pPr>
            <a:r>
              <a:rPr sz="2100" b="1">
                <a:solidFill>
                  <a:srgbClr val="EF8D65"/>
                </a:solidFill>
                <a:latin typeface="Space Grotesk"/>
                <a:ea typeface="Space Grotesk"/>
                <a:cs typeface="Space Grotesk"/>
              </a:rPr>
              <a:t>[Time]</a:t>
            </a:r>
          </a:p>
        </p:txBody>
      </p:sp>
      <p:sp>
        <p:nvSpPr>
          <p:cNvPr id="17" name="Networking &amp; conversations">
            <a:extLst xmlns:a="http://schemas.openxmlformats.org/drawingml/2006/main">
              <a:ext uri="{FF2B5EF4-FFF2-40B4-BE49-F238E27FC236}">
                <a16:creationId xmlns:a16="http://schemas.microsoft.com/office/drawing/2014/main" id="{7CB803FD-09D3-43F1-AAA9-89012B6E1C3B}"/>
              </a:ext>
            </a:extLst>
          </p:cNvPr>
          <p:cNvSpPr>
            <a:spLocks xmlns:a="http://schemas.openxmlformats.org/drawingml/2006/main" noGrp="1"/>
          </p:cNvSpPr>
          <p:nvPr/>
        </p:nvSpPr>
        <p:spPr>
          <a:xfrm xmlns:a="http://schemas.openxmlformats.org/drawingml/2006/main">
            <a:off x="2571750" y="491490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F5F4EC"/>
                </a:solidFill>
                <a:latin typeface="Space Grotesk"/>
                <a:ea typeface="Space Grotesk"/>
                <a:cs typeface="Space Grotesk"/>
              </a:defRPr>
            </a:defPPr>
            <a:lvl1pPr>
              <a:defRPr sz="2325" b="1">
                <a:solidFill>
                  <a:srgbClr val="F5F4EC"/>
                </a:solidFill>
                <a:latin typeface="Space Grotesk"/>
                <a:ea typeface="Space Grotesk"/>
                <a:cs typeface="Space Grotesk"/>
              </a:defRPr>
            </a:lvl1pPr>
            <a:lvl2pPr>
              <a:defRPr sz="2325" b="1">
                <a:solidFill>
                  <a:srgbClr val="F5F4EC"/>
                </a:solidFill>
                <a:latin typeface="Space Grotesk"/>
                <a:ea typeface="Space Grotesk"/>
                <a:cs typeface="Space Grotesk"/>
              </a:defRPr>
            </a:lvl2pPr>
            <a:lvl3pPr>
              <a:defRPr sz="2325" b="1">
                <a:solidFill>
                  <a:srgbClr val="F5F4EC"/>
                </a:solidFill>
                <a:latin typeface="Space Grotesk"/>
                <a:ea typeface="Space Grotesk"/>
                <a:cs typeface="Space Grotesk"/>
              </a:defRPr>
            </a:lvl3pPr>
            <a:lvl4pPr>
              <a:defRPr sz="2325" b="1">
                <a:solidFill>
                  <a:srgbClr val="F5F4EC"/>
                </a:solidFill>
                <a:latin typeface="Space Grotesk"/>
                <a:ea typeface="Space Grotesk"/>
                <a:cs typeface="Space Grotesk"/>
              </a:defRPr>
            </a:lvl4pPr>
            <a:lvl5pPr>
              <a:defRPr sz="2325" b="1">
                <a:solidFill>
                  <a:srgbClr val="F5F4EC"/>
                </a:solidFill>
                <a:latin typeface="Space Grotesk"/>
                <a:ea typeface="Space Grotesk"/>
                <a:cs typeface="Space Grotesk"/>
              </a:defRPr>
            </a:lvl5pPr>
            <a:lvl6pPr>
              <a:defRPr sz="2325" b="1">
                <a:solidFill>
                  <a:srgbClr val="F5F4EC"/>
                </a:solidFill>
                <a:latin typeface="Space Grotesk"/>
                <a:ea typeface="Space Grotesk"/>
                <a:cs typeface="Space Grotesk"/>
              </a:defRPr>
            </a:lvl6pPr>
            <a:lvl7pPr>
              <a:defRPr sz="2325" b="1">
                <a:solidFill>
                  <a:srgbClr val="F5F4EC"/>
                </a:solidFill>
                <a:latin typeface="Space Grotesk"/>
                <a:ea typeface="Space Grotesk"/>
                <a:cs typeface="Space Grotesk"/>
              </a:defRPr>
            </a:lvl7pPr>
            <a:lvl8pPr>
              <a:defRPr sz="2325" b="1">
                <a:solidFill>
                  <a:srgbClr val="F5F4EC"/>
                </a:solidFill>
                <a:latin typeface="Space Grotesk"/>
                <a:ea typeface="Space Grotesk"/>
                <a:cs typeface="Space Grotesk"/>
              </a:defRPr>
            </a:lvl8pPr>
            <a:lvl9pPr>
              <a:defRPr sz="2325" b="1">
                <a:solidFill>
                  <a:srgbClr val="F5F4EC"/>
                </a:solidFill>
                <a:latin typeface="Space Grotesk"/>
                <a:ea typeface="Space Grotesk"/>
                <a:cs typeface="Space Grotesk"/>
              </a:defRPr>
            </a:lvl9pPr>
          </a:lstStyle>
          <a:p xmlns:a="http://schemas.openxmlformats.org/drawingml/2006/main">
            <a:pPr>
              <a:defRPr sz="2325" b="1">
                <a:solidFill>
                  <a:srgbClr val="F5F4EC"/>
                </a:solidFill>
                <a:latin typeface="Space Grotesk"/>
                <a:ea typeface="Space Grotesk"/>
                <a:cs typeface="Space Grotesk"/>
              </a:defRPr>
            </a:pPr>
            <a:r>
              <a:rPr sz="2325" b="1">
                <a:solidFill>
                  <a:srgbClr val="F5F4EC"/>
                </a:solidFill>
                <a:latin typeface="Space Grotesk"/>
                <a:ea typeface="Space Grotesk"/>
                <a:cs typeface="Space Grotesk"/>
              </a:rPr>
              <a:t>Networking &amp; conversations</a:t>
            </a:r>
          </a:p>
        </p:txBody>
      </p:sp>
      <p:sp>
        <p:nvSpPr>
          <p:cNvPr id="18" name="Everyone">
            <a:extLst xmlns:a="http://schemas.openxmlformats.org/drawingml/2006/main">
              <a:ext uri="{FF2B5EF4-FFF2-40B4-BE49-F238E27FC236}">
                <a16:creationId xmlns:a16="http://schemas.microsoft.com/office/drawing/2014/main" id="{DDD2B579-62C4-47BA-B636-07ADCF647702}"/>
              </a:ext>
            </a:extLst>
          </p:cNvPr>
          <p:cNvSpPr>
            <a:spLocks xmlns:a="http://schemas.openxmlformats.org/drawingml/2006/main" noGrp="1"/>
          </p:cNvSpPr>
          <p:nvPr/>
        </p:nvSpPr>
        <p:spPr>
          <a:xfrm xmlns:a="http://schemas.openxmlformats.org/drawingml/2006/main">
            <a:off x="2571750" y="5400675"/>
            <a:ext cx="885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C9C2B6"/>
                </a:solidFill>
                <a:latin typeface="Instrument Sans"/>
                <a:ea typeface="Instrument Sans"/>
                <a:cs typeface="Instrument Sans"/>
              </a:defRPr>
            </a:defPPr>
            <a:lvl1pPr>
              <a:defRPr sz="1725" b="0">
                <a:solidFill>
                  <a:srgbClr val="C9C2B6"/>
                </a:solidFill>
                <a:latin typeface="Instrument Sans"/>
                <a:ea typeface="Instrument Sans"/>
                <a:cs typeface="Instrument Sans"/>
              </a:defRPr>
            </a:lvl1pPr>
            <a:lvl2pPr>
              <a:defRPr sz="1725" b="0">
                <a:solidFill>
                  <a:srgbClr val="C9C2B6"/>
                </a:solidFill>
                <a:latin typeface="Instrument Sans"/>
                <a:ea typeface="Instrument Sans"/>
                <a:cs typeface="Instrument Sans"/>
              </a:defRPr>
            </a:lvl2pPr>
            <a:lvl3pPr>
              <a:defRPr sz="1725" b="0">
                <a:solidFill>
                  <a:srgbClr val="C9C2B6"/>
                </a:solidFill>
                <a:latin typeface="Instrument Sans"/>
                <a:ea typeface="Instrument Sans"/>
                <a:cs typeface="Instrument Sans"/>
              </a:defRPr>
            </a:lvl3pPr>
            <a:lvl4pPr>
              <a:defRPr sz="1725" b="0">
                <a:solidFill>
                  <a:srgbClr val="C9C2B6"/>
                </a:solidFill>
                <a:latin typeface="Instrument Sans"/>
                <a:ea typeface="Instrument Sans"/>
                <a:cs typeface="Instrument Sans"/>
              </a:defRPr>
            </a:lvl4pPr>
            <a:lvl5pPr>
              <a:defRPr sz="1725" b="0">
                <a:solidFill>
                  <a:srgbClr val="C9C2B6"/>
                </a:solidFill>
                <a:latin typeface="Instrument Sans"/>
                <a:ea typeface="Instrument Sans"/>
                <a:cs typeface="Instrument Sans"/>
              </a:defRPr>
            </a:lvl5pPr>
            <a:lvl6pPr>
              <a:defRPr sz="1725" b="0">
                <a:solidFill>
                  <a:srgbClr val="C9C2B6"/>
                </a:solidFill>
                <a:latin typeface="Instrument Sans"/>
                <a:ea typeface="Instrument Sans"/>
                <a:cs typeface="Instrument Sans"/>
              </a:defRPr>
            </a:lvl6pPr>
            <a:lvl7pPr>
              <a:defRPr sz="1725" b="0">
                <a:solidFill>
                  <a:srgbClr val="C9C2B6"/>
                </a:solidFill>
                <a:latin typeface="Instrument Sans"/>
                <a:ea typeface="Instrument Sans"/>
                <a:cs typeface="Instrument Sans"/>
              </a:defRPr>
            </a:lvl7pPr>
            <a:lvl8pPr>
              <a:defRPr sz="1725" b="0">
                <a:solidFill>
                  <a:srgbClr val="C9C2B6"/>
                </a:solidFill>
                <a:latin typeface="Instrument Sans"/>
                <a:ea typeface="Instrument Sans"/>
                <a:cs typeface="Instrument Sans"/>
              </a:defRPr>
            </a:lvl8pPr>
            <a:lvl9pPr>
              <a:defRPr sz="1725" b="0">
                <a:solidFill>
                  <a:srgbClr val="C9C2B6"/>
                </a:solidFill>
                <a:latin typeface="Instrument Sans"/>
                <a:ea typeface="Instrument Sans"/>
                <a:cs typeface="Instrument Sans"/>
              </a:defRPr>
            </a:lvl9pPr>
          </a:lstStyle>
          <a:p xmlns:a="http://schemas.openxmlformats.org/drawingml/2006/main">
            <a:pPr>
              <a:defRPr sz="1725" b="0">
                <a:solidFill>
                  <a:srgbClr val="C9C2B6"/>
                </a:solidFill>
                <a:latin typeface="Instrument Sans"/>
                <a:ea typeface="Instrument Sans"/>
                <a:cs typeface="Instrument Sans"/>
              </a:defRPr>
            </a:pPr>
            <a:r>
              <a:rPr sz="1725" b="0">
                <a:solidFill>
                  <a:srgbClr val="C9C2B6"/>
                </a:solidFill>
                <a:latin typeface="Instrument Sans"/>
                <a:ea typeface="Instrument Sans"/>
                <a:cs typeface="Instrument Sans"/>
              </a:rPr>
              <a:t>Everyone</a:t>
            </a:r>
          </a:p>
        </p:txBody>
      </p:sp>
    </p:spTree>
    <p:extLst>
      <p:ext uri="{BB962C8B-B14F-4D97-AF65-F5344CB8AC3E}">
        <p14:creationId xmlns:p14="http://schemas.microsoft.com/office/powerpoint/2010/main" val="1723488225"/>
      </p:ext>
    </p:extLst>
  </p:cSld>
</p:sld>
</file>

<file path=ppt/slides/slide15.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EA66746-E7D2-4301-847A-CCB0C4196BC8}"/>
              </a:ext>
            </a:extLst>
          </p:cNvPr>
          <p:cNvPicPr>
            <a:picLocks xmlns:a="http://schemas.openxmlformats.org/drawingml/2006/main" noChangeAspect="1"/>
          </p:cNvPicPr>
          <p:nvPr/>
        </p:nvPicPr>
        <p:blipFill>
          <a:blip xmlns:r="http://schemas.openxmlformats.org/officeDocument/2006/relationships" xmlns:a="http://schemas.openxmlformats.org/drawingml/2006/main" r:embed="Rb4c3be3c78544b9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uiet content background">
            <a:extLst xmlns:a="http://schemas.openxmlformats.org/drawingml/2006/main">
              <a:ext uri="{FF2B5EF4-FFF2-40B4-BE49-F238E27FC236}">
                <a16:creationId xmlns:a16="http://schemas.microsoft.com/office/drawing/2014/main" id="{09ECC2F3-0841-431A-A4D7-00BDD29494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321">
              <a:alpha val="58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1DE8B199-57D6-401B-BAA3-C1FC05046F63}"/>
              </a:ext>
            </a:extLst>
          </p:cNvPr>
          <p:cNvPicPr>
            <a:picLocks xmlns:a="http://schemas.openxmlformats.org/drawingml/2006/main" noChangeAspect="1"/>
          </p:cNvPicPr>
          <p:nvPr/>
        </p:nvPicPr>
        <p:blipFill>
          <a:blip xmlns:r="http://schemas.openxmlformats.org/officeDocument/2006/relationships" xmlns:a="http://schemas.openxmlformats.org/drawingml/2006/main" r:embed="R5b83a2c21b584396"/>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4" name="Global AI Nights Berlin">
            <a:extLst xmlns:a="http://schemas.openxmlformats.org/drawingml/2006/main">
              <a:ext uri="{FF2B5EF4-FFF2-40B4-BE49-F238E27FC236}">
                <a16:creationId xmlns:a16="http://schemas.microsoft.com/office/drawing/2014/main" id="{919B4C25-938A-4F86-9A92-4D412C1C9C76}"/>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5" name="15">
            <a:extLst xmlns:a="http://schemas.openxmlformats.org/drawingml/2006/main">
              <a:ext uri="{FF2B5EF4-FFF2-40B4-BE49-F238E27FC236}">
                <a16:creationId xmlns:a16="http://schemas.microsoft.com/office/drawing/2014/main" id="{A9EDF7E3-3F02-431D-863A-53F3890A6482}"/>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15</a:t>
            </a:r>
          </a:p>
        </p:txBody>
      </p:sp>
      <p:sp>
        <p:nvSpPr>
          <p:cNvPr id="6" name="Our hosts &amp; partners">
            <a:extLst xmlns:a="http://schemas.openxmlformats.org/drawingml/2006/main">
              <a:ext uri="{FF2B5EF4-FFF2-40B4-BE49-F238E27FC236}">
                <a16:creationId xmlns:a16="http://schemas.microsoft.com/office/drawing/2014/main" id="{C6F28785-CEDB-4C61-B32C-9F6494A84297}"/>
              </a:ext>
            </a:extLst>
          </p:cNvPr>
          <p:cNvSpPr>
            <a:spLocks xmlns:a="http://schemas.openxmlformats.org/drawingml/2006/main" noGrp="1"/>
          </p:cNvSpPr>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Our hosts &amp; partners</a:t>
            </a:r>
          </a:p>
        </p:txBody>
      </p:sp>
      <p:sp>
        <p:nvSpPr>
          <p:cNvPr id="7" name="Thank you for making tonight possible">
            <a:extLst xmlns:a="http://schemas.openxmlformats.org/drawingml/2006/main">
              <a:ext uri="{FF2B5EF4-FFF2-40B4-BE49-F238E27FC236}">
                <a16:creationId xmlns:a16="http://schemas.microsoft.com/office/drawing/2014/main" id="{0F85DE01-A300-4B72-BFCB-77D77C5CAC8C}"/>
              </a:ext>
            </a:extLst>
          </p:cNvPr>
          <p:cNvSpPr>
            <a:spLocks xmlns:a="http://schemas.openxmlformats.org/drawingml/2006/main" noGrp="1"/>
          </p:cNvSpPr>
          <p:nvPr/>
        </p:nvSpPr>
        <p:spPr>
          <a:xfrm xmlns:a="http://schemas.openxmlformats.org/drawingml/2006/main">
            <a:off x="609600" y="16764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F5F4EC"/>
                </a:solidFill>
                <a:latin typeface="Instrument Sans"/>
                <a:ea typeface="Instrument Sans"/>
                <a:cs typeface="Instrument Sans"/>
              </a:defRPr>
            </a:defPPr>
            <a:lvl1pPr>
              <a:defRPr sz="2550" b="0">
                <a:solidFill>
                  <a:srgbClr val="F5F4EC"/>
                </a:solidFill>
                <a:latin typeface="Instrument Sans"/>
                <a:ea typeface="Instrument Sans"/>
                <a:cs typeface="Instrument Sans"/>
              </a:defRPr>
            </a:lvl1pPr>
            <a:lvl2pPr>
              <a:defRPr sz="2550" b="0">
                <a:solidFill>
                  <a:srgbClr val="F5F4EC"/>
                </a:solidFill>
                <a:latin typeface="Instrument Sans"/>
                <a:ea typeface="Instrument Sans"/>
                <a:cs typeface="Instrument Sans"/>
              </a:defRPr>
            </a:lvl2pPr>
            <a:lvl3pPr>
              <a:defRPr sz="2550" b="0">
                <a:solidFill>
                  <a:srgbClr val="F5F4EC"/>
                </a:solidFill>
                <a:latin typeface="Instrument Sans"/>
                <a:ea typeface="Instrument Sans"/>
                <a:cs typeface="Instrument Sans"/>
              </a:defRPr>
            </a:lvl3pPr>
            <a:lvl4pPr>
              <a:defRPr sz="2550" b="0">
                <a:solidFill>
                  <a:srgbClr val="F5F4EC"/>
                </a:solidFill>
                <a:latin typeface="Instrument Sans"/>
                <a:ea typeface="Instrument Sans"/>
                <a:cs typeface="Instrument Sans"/>
              </a:defRPr>
            </a:lvl4pPr>
            <a:lvl5pPr>
              <a:defRPr sz="2550" b="0">
                <a:solidFill>
                  <a:srgbClr val="F5F4EC"/>
                </a:solidFill>
                <a:latin typeface="Instrument Sans"/>
                <a:ea typeface="Instrument Sans"/>
                <a:cs typeface="Instrument Sans"/>
              </a:defRPr>
            </a:lvl5pPr>
            <a:lvl6pPr>
              <a:defRPr sz="2550" b="0">
                <a:solidFill>
                  <a:srgbClr val="F5F4EC"/>
                </a:solidFill>
                <a:latin typeface="Instrument Sans"/>
                <a:ea typeface="Instrument Sans"/>
                <a:cs typeface="Instrument Sans"/>
              </a:defRPr>
            </a:lvl6pPr>
            <a:lvl7pPr>
              <a:defRPr sz="2550" b="0">
                <a:solidFill>
                  <a:srgbClr val="F5F4EC"/>
                </a:solidFill>
                <a:latin typeface="Instrument Sans"/>
                <a:ea typeface="Instrument Sans"/>
                <a:cs typeface="Instrument Sans"/>
              </a:defRPr>
            </a:lvl7pPr>
            <a:lvl8pPr>
              <a:defRPr sz="2550" b="0">
                <a:solidFill>
                  <a:srgbClr val="F5F4EC"/>
                </a:solidFill>
                <a:latin typeface="Instrument Sans"/>
                <a:ea typeface="Instrument Sans"/>
                <a:cs typeface="Instrument Sans"/>
              </a:defRPr>
            </a:lvl8pPr>
            <a:lvl9pPr>
              <a:defRPr sz="2550" b="0">
                <a:solidFill>
                  <a:srgbClr val="F5F4EC"/>
                </a:solidFill>
                <a:latin typeface="Instrument Sans"/>
                <a:ea typeface="Instrument Sans"/>
                <a:cs typeface="Instrument Sans"/>
              </a:defRPr>
            </a:lvl9pPr>
          </a:lstStyle>
          <a:p xmlns:a="http://schemas.openxmlformats.org/drawingml/2006/main">
            <a:pPr>
              <a:defRPr sz="2550" b="0">
                <a:solidFill>
                  <a:srgbClr val="F5F4EC"/>
                </a:solidFill>
                <a:latin typeface="Instrument Sans"/>
                <a:ea typeface="Instrument Sans"/>
                <a:cs typeface="Instrument Sans"/>
              </a:defRPr>
            </a:pPr>
            <a:r>
              <a:rPr sz="2550" b="0">
                <a:solidFill>
                  <a:srgbClr val="F5F4EC"/>
                </a:solidFill>
                <a:latin typeface="Instrument Sans"/>
                <a:ea typeface="Instrument Sans"/>
                <a:cs typeface="Instrument Sans"/>
              </a:rPr>
              <a:t>Thank you for making tonight possible</a:t>
            </a:r>
          </a:p>
        </p:txBody>
      </p:sp>
      <p:sp>
        <p:nvSpPr>
          <p:cNvPr id="8" name="[Venue host logo]">
            <a:extLst xmlns:a="http://schemas.openxmlformats.org/drawingml/2006/main">
              <a:ext uri="{FF2B5EF4-FFF2-40B4-BE49-F238E27FC236}">
                <a16:creationId xmlns:a16="http://schemas.microsoft.com/office/drawing/2014/main" id="{D7EFD396-03F6-48DD-A4FD-B43285C9C104}"/>
              </a:ext>
            </a:extLst>
          </p:cNvPr>
          <p:cNvSpPr>
            <a:spLocks xmlns:a="http://schemas.openxmlformats.org/drawingml/2006/main" noGrp="1"/>
          </p:cNvSpPr>
          <p:nvPr>
            <p:ph type="pic" idx="10"/>
          </p:nvPr>
        </p:nvSpPr>
        <p:spPr>
          <a:xfrm xmlns:a="http://schemas.openxmlformats.org/drawingml/2006/main">
            <a:off x="609600" y="2971800"/>
            <a:ext cx="5048250" cy="2095500"/>
          </a:xfrm>
          <a:prstGeom xmlns:a="http://schemas.openxmlformats.org/drawingml/2006/main" prst="rect">
            <a:avLst/>
          </a:prstGeom>
          <a:solidFill xmlns:a="http://schemas.openxmlformats.org/drawingml/2006/main">
            <a:srgbClr val="35332F"/>
          </a:solidFill>
          <a:ln xmlns:a="http://schemas.openxmlformats.org/drawingml/2006/main" w="9525">
            <a:solidFill>
              <a:srgbClr val="766451"/>
            </a:solidFill>
            <a:prstDash val="solid"/>
          </a:ln>
        </p:spPr>
        <p:txBody>
          <a:bodyPr xmlns:a="http://schemas.openxmlformats.org/drawingml/2006/main" lIns="228600" tIns="228600" rIns="228600" bIns="228600" anchor="ctr"/>
          <a:lstStyle xmlns:a="http://schemas.openxmlformats.org/drawingml/2006/main">
            <a:defPPr algn="ctr">
              <a:defRPr sz="1800">
                <a:solidFill>
                  <a:srgbClr val="C9C2B6"/>
                </a:solidFill>
                <a:latin typeface="Instrument Sans"/>
                <a:ea typeface="Instrument Sans"/>
                <a:cs typeface="Instrument Sans"/>
              </a:defRPr>
            </a:defPPr>
            <a:lvl1pPr algn="ctr">
              <a:defRPr sz="1800">
                <a:solidFill>
                  <a:srgbClr val="C9C2B6"/>
                </a:solidFill>
                <a:latin typeface="Instrument Sans"/>
                <a:ea typeface="Instrument Sans"/>
                <a:cs typeface="Instrument Sans"/>
              </a:defRPr>
            </a:lvl1pPr>
            <a:lvl2pPr algn="ctr">
              <a:defRPr sz="1800">
                <a:solidFill>
                  <a:srgbClr val="C9C2B6"/>
                </a:solidFill>
                <a:latin typeface="Instrument Sans"/>
                <a:ea typeface="Instrument Sans"/>
                <a:cs typeface="Instrument Sans"/>
              </a:defRPr>
            </a:lvl2pPr>
            <a:lvl3pPr algn="ctr">
              <a:defRPr sz="1800">
                <a:solidFill>
                  <a:srgbClr val="C9C2B6"/>
                </a:solidFill>
                <a:latin typeface="Instrument Sans"/>
                <a:ea typeface="Instrument Sans"/>
                <a:cs typeface="Instrument Sans"/>
              </a:defRPr>
            </a:lvl3pPr>
            <a:lvl4pPr algn="ctr">
              <a:defRPr sz="1800">
                <a:solidFill>
                  <a:srgbClr val="C9C2B6"/>
                </a:solidFill>
                <a:latin typeface="Instrument Sans"/>
                <a:ea typeface="Instrument Sans"/>
                <a:cs typeface="Instrument Sans"/>
              </a:defRPr>
            </a:lvl4pPr>
            <a:lvl5pPr algn="ctr">
              <a:defRPr sz="1800">
                <a:solidFill>
                  <a:srgbClr val="C9C2B6"/>
                </a:solidFill>
                <a:latin typeface="Instrument Sans"/>
                <a:ea typeface="Instrument Sans"/>
                <a:cs typeface="Instrument Sans"/>
              </a:defRPr>
            </a:lvl5pPr>
            <a:lvl6pPr algn="ctr">
              <a:defRPr sz="1800">
                <a:solidFill>
                  <a:srgbClr val="C9C2B6"/>
                </a:solidFill>
                <a:latin typeface="Instrument Sans"/>
                <a:ea typeface="Instrument Sans"/>
                <a:cs typeface="Instrument Sans"/>
              </a:defRPr>
            </a:lvl6pPr>
            <a:lvl7pPr algn="ctr">
              <a:defRPr sz="1800">
                <a:solidFill>
                  <a:srgbClr val="C9C2B6"/>
                </a:solidFill>
                <a:latin typeface="Instrument Sans"/>
                <a:ea typeface="Instrument Sans"/>
                <a:cs typeface="Instrument Sans"/>
              </a:defRPr>
            </a:lvl7pPr>
            <a:lvl8pPr algn="ctr">
              <a:defRPr sz="1800">
                <a:solidFill>
                  <a:srgbClr val="C9C2B6"/>
                </a:solidFill>
                <a:latin typeface="Instrument Sans"/>
                <a:ea typeface="Instrument Sans"/>
                <a:cs typeface="Instrument Sans"/>
              </a:defRPr>
            </a:lvl8pPr>
            <a:lvl9pPr algn="ctr">
              <a:defRPr sz="1800">
                <a:solidFill>
                  <a:srgbClr val="C9C2B6"/>
                </a:solidFill>
                <a:latin typeface="Instrument Sans"/>
                <a:ea typeface="Instrument Sans"/>
                <a:cs typeface="Instrument Sans"/>
              </a:defRPr>
            </a:lvl9pPr>
          </a:lstStyle>
          <a:p xmlns:a="http://schemas.openxmlformats.org/drawingml/2006/main">
            <a:pPr algn="ctr">
              <a:defRPr sz="1800">
                <a:solidFill>
                  <a:srgbClr val="C9C2B6"/>
                </a:solidFill>
                <a:latin typeface="Instrument Sans"/>
                <a:ea typeface="Instrument Sans"/>
                <a:cs typeface="Instrument Sans"/>
              </a:defRPr>
            </a:pPr>
            <a:r>
              <a:rPr sz="1800">
                <a:solidFill>
                  <a:srgbClr val="C9C2B6"/>
                </a:solidFill>
                <a:latin typeface="Instrument Sans"/>
                <a:ea typeface="Instrument Sans"/>
                <a:cs typeface="Instrument Sans"/>
              </a:rPr>
              <a:t>[Venue host logo]</a:t>
            </a:r>
          </a:p>
        </p:txBody>
      </p:sp>
      <p:sp>
        <p:nvSpPr>
          <p:cNvPr id="9" name="[Community or sponsor logo]">
            <a:extLst xmlns:a="http://schemas.openxmlformats.org/drawingml/2006/main">
              <a:ext uri="{FF2B5EF4-FFF2-40B4-BE49-F238E27FC236}">
                <a16:creationId xmlns:a16="http://schemas.microsoft.com/office/drawing/2014/main" id="{C10D9B68-A2A2-4EBA-B568-4EE301C822FB}"/>
              </a:ext>
            </a:extLst>
          </p:cNvPr>
          <p:cNvSpPr>
            <a:spLocks xmlns:a="http://schemas.openxmlformats.org/drawingml/2006/main" noGrp="1"/>
          </p:cNvSpPr>
          <p:nvPr>
            <p:ph type="pic" idx="10"/>
          </p:nvPr>
        </p:nvSpPr>
        <p:spPr>
          <a:xfrm xmlns:a="http://schemas.openxmlformats.org/drawingml/2006/main">
            <a:off x="6496050" y="2971800"/>
            <a:ext cx="5048250" cy="2095500"/>
          </a:xfrm>
          <a:prstGeom xmlns:a="http://schemas.openxmlformats.org/drawingml/2006/main" prst="rect">
            <a:avLst/>
          </a:prstGeom>
          <a:solidFill xmlns:a="http://schemas.openxmlformats.org/drawingml/2006/main">
            <a:srgbClr val="35332F"/>
          </a:solidFill>
          <a:ln xmlns:a="http://schemas.openxmlformats.org/drawingml/2006/main" w="9525">
            <a:solidFill>
              <a:srgbClr val="766451"/>
            </a:solidFill>
            <a:prstDash val="solid"/>
          </a:ln>
        </p:spPr>
        <p:txBody>
          <a:bodyPr xmlns:a="http://schemas.openxmlformats.org/drawingml/2006/main" lIns="228600" tIns="228600" rIns="228600" bIns="228600" anchor="ctr"/>
          <a:lstStyle xmlns:a="http://schemas.openxmlformats.org/drawingml/2006/main">
            <a:defPPr algn="ctr">
              <a:defRPr sz="1800">
                <a:solidFill>
                  <a:srgbClr val="C9C2B6"/>
                </a:solidFill>
                <a:latin typeface="Instrument Sans"/>
                <a:ea typeface="Instrument Sans"/>
                <a:cs typeface="Instrument Sans"/>
              </a:defRPr>
            </a:defPPr>
            <a:lvl1pPr algn="ctr">
              <a:defRPr sz="1800">
                <a:solidFill>
                  <a:srgbClr val="C9C2B6"/>
                </a:solidFill>
                <a:latin typeface="Instrument Sans"/>
                <a:ea typeface="Instrument Sans"/>
                <a:cs typeface="Instrument Sans"/>
              </a:defRPr>
            </a:lvl1pPr>
            <a:lvl2pPr algn="ctr">
              <a:defRPr sz="1800">
                <a:solidFill>
                  <a:srgbClr val="C9C2B6"/>
                </a:solidFill>
                <a:latin typeface="Instrument Sans"/>
                <a:ea typeface="Instrument Sans"/>
                <a:cs typeface="Instrument Sans"/>
              </a:defRPr>
            </a:lvl2pPr>
            <a:lvl3pPr algn="ctr">
              <a:defRPr sz="1800">
                <a:solidFill>
                  <a:srgbClr val="C9C2B6"/>
                </a:solidFill>
                <a:latin typeface="Instrument Sans"/>
                <a:ea typeface="Instrument Sans"/>
                <a:cs typeface="Instrument Sans"/>
              </a:defRPr>
            </a:lvl3pPr>
            <a:lvl4pPr algn="ctr">
              <a:defRPr sz="1800">
                <a:solidFill>
                  <a:srgbClr val="C9C2B6"/>
                </a:solidFill>
                <a:latin typeface="Instrument Sans"/>
                <a:ea typeface="Instrument Sans"/>
                <a:cs typeface="Instrument Sans"/>
              </a:defRPr>
            </a:lvl4pPr>
            <a:lvl5pPr algn="ctr">
              <a:defRPr sz="1800">
                <a:solidFill>
                  <a:srgbClr val="C9C2B6"/>
                </a:solidFill>
                <a:latin typeface="Instrument Sans"/>
                <a:ea typeface="Instrument Sans"/>
                <a:cs typeface="Instrument Sans"/>
              </a:defRPr>
            </a:lvl5pPr>
            <a:lvl6pPr algn="ctr">
              <a:defRPr sz="1800">
                <a:solidFill>
                  <a:srgbClr val="C9C2B6"/>
                </a:solidFill>
                <a:latin typeface="Instrument Sans"/>
                <a:ea typeface="Instrument Sans"/>
                <a:cs typeface="Instrument Sans"/>
              </a:defRPr>
            </a:lvl6pPr>
            <a:lvl7pPr algn="ctr">
              <a:defRPr sz="1800">
                <a:solidFill>
                  <a:srgbClr val="C9C2B6"/>
                </a:solidFill>
                <a:latin typeface="Instrument Sans"/>
                <a:ea typeface="Instrument Sans"/>
                <a:cs typeface="Instrument Sans"/>
              </a:defRPr>
            </a:lvl7pPr>
            <a:lvl8pPr algn="ctr">
              <a:defRPr sz="1800">
                <a:solidFill>
                  <a:srgbClr val="C9C2B6"/>
                </a:solidFill>
                <a:latin typeface="Instrument Sans"/>
                <a:ea typeface="Instrument Sans"/>
                <a:cs typeface="Instrument Sans"/>
              </a:defRPr>
            </a:lvl8pPr>
            <a:lvl9pPr algn="ctr">
              <a:defRPr sz="1800">
                <a:solidFill>
                  <a:srgbClr val="C9C2B6"/>
                </a:solidFill>
                <a:latin typeface="Instrument Sans"/>
                <a:ea typeface="Instrument Sans"/>
                <a:cs typeface="Instrument Sans"/>
              </a:defRPr>
            </a:lvl9pPr>
          </a:lstStyle>
          <a:p xmlns:a="http://schemas.openxmlformats.org/drawingml/2006/main">
            <a:pPr algn="ctr">
              <a:defRPr sz="1800">
                <a:solidFill>
                  <a:srgbClr val="C9C2B6"/>
                </a:solidFill>
                <a:latin typeface="Instrument Sans"/>
                <a:ea typeface="Instrument Sans"/>
                <a:cs typeface="Instrument Sans"/>
              </a:defRPr>
            </a:pPr>
            <a:r>
              <a:rPr sz="1800">
                <a:solidFill>
                  <a:srgbClr val="C9C2B6"/>
                </a:solidFill>
                <a:latin typeface="Instrument Sans"/>
                <a:ea typeface="Instrument Sans"/>
                <a:cs typeface="Instrument Sans"/>
              </a:rPr>
              <a:t>[Community or sponsor logo]</a:t>
            </a:r>
          </a:p>
        </p:txBody>
      </p:sp>
    </p:spTree>
    <p:extLst>
      <p:ext uri="{BB962C8B-B14F-4D97-AF65-F5344CB8AC3E}">
        <p14:creationId xmlns:p14="http://schemas.microsoft.com/office/powerpoint/2010/main" val="1328639779"/>
      </p:ext>
    </p:extLst>
  </p:cSld>
</p:sld>
</file>

<file path=ppt/slides/slide16.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A7AD5E-8645-41C0-9711-74DA9667608C}"/>
              </a:ext>
            </a:extLst>
          </p:cNvPr>
          <p:cNvPicPr>
            <a:picLocks xmlns:a="http://schemas.openxmlformats.org/drawingml/2006/main" noChangeAspect="1"/>
          </p:cNvPicPr>
          <p:nvPr/>
        </p:nvPicPr>
        <p:blipFill>
          <a:blip xmlns:r="http://schemas.openxmlformats.org/officeDocument/2006/relationships" xmlns:a="http://schemas.openxmlformats.org/drawingml/2006/main" r:embed="R2152b642ec4f446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GLOBAL AI NIGHTS BERLIN">
            <a:extLst xmlns:a="http://schemas.openxmlformats.org/drawingml/2006/main">
              <a:ext uri="{FF2B5EF4-FFF2-40B4-BE49-F238E27FC236}">
                <a16:creationId xmlns:a16="http://schemas.microsoft.com/office/drawing/2014/main" id="{D8263660-ED46-4A52-888C-E49CBE7D8731}"/>
              </a:ext>
            </a:extLst>
          </p:cNvPr>
          <p:cNvSpPr>
            <a:spLocks xmlns:a="http://schemas.openxmlformats.org/drawingml/2006/main" noGrp="1"/>
          </p:cNvSpPr>
          <p:nvPr/>
        </p:nvSpPr>
        <p:spPr>
          <a:xfrm xmlns:a="http://schemas.openxmlformats.org/drawingml/2006/main">
            <a:off x="609600" y="131445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1">
                <a:solidFill>
                  <a:srgbClr val="EF8D65"/>
                </a:solidFill>
                <a:latin typeface="Space Grotesk"/>
                <a:ea typeface="Space Grotesk"/>
                <a:cs typeface="Space Grotesk"/>
              </a:defRPr>
            </a:defPPr>
            <a:lvl1pPr>
              <a:defRPr sz="1275" b="1">
                <a:solidFill>
                  <a:srgbClr val="EF8D65"/>
                </a:solidFill>
                <a:latin typeface="Space Grotesk"/>
                <a:ea typeface="Space Grotesk"/>
                <a:cs typeface="Space Grotesk"/>
              </a:defRPr>
            </a:lvl1pPr>
            <a:lvl2pPr>
              <a:defRPr sz="1275" b="1">
                <a:solidFill>
                  <a:srgbClr val="EF8D65"/>
                </a:solidFill>
                <a:latin typeface="Space Grotesk"/>
                <a:ea typeface="Space Grotesk"/>
                <a:cs typeface="Space Grotesk"/>
              </a:defRPr>
            </a:lvl2pPr>
            <a:lvl3pPr>
              <a:defRPr sz="1275" b="1">
                <a:solidFill>
                  <a:srgbClr val="EF8D65"/>
                </a:solidFill>
                <a:latin typeface="Space Grotesk"/>
                <a:ea typeface="Space Grotesk"/>
                <a:cs typeface="Space Grotesk"/>
              </a:defRPr>
            </a:lvl3pPr>
            <a:lvl4pPr>
              <a:defRPr sz="1275" b="1">
                <a:solidFill>
                  <a:srgbClr val="EF8D65"/>
                </a:solidFill>
                <a:latin typeface="Space Grotesk"/>
                <a:ea typeface="Space Grotesk"/>
                <a:cs typeface="Space Grotesk"/>
              </a:defRPr>
            </a:lvl4pPr>
            <a:lvl5pPr>
              <a:defRPr sz="1275" b="1">
                <a:solidFill>
                  <a:srgbClr val="EF8D65"/>
                </a:solidFill>
                <a:latin typeface="Space Grotesk"/>
                <a:ea typeface="Space Grotesk"/>
                <a:cs typeface="Space Grotesk"/>
              </a:defRPr>
            </a:lvl5pPr>
            <a:lvl6pPr>
              <a:defRPr sz="1275" b="1">
                <a:solidFill>
                  <a:srgbClr val="EF8D65"/>
                </a:solidFill>
                <a:latin typeface="Space Grotesk"/>
                <a:ea typeface="Space Grotesk"/>
                <a:cs typeface="Space Grotesk"/>
              </a:defRPr>
            </a:lvl6pPr>
            <a:lvl7pPr>
              <a:defRPr sz="1275" b="1">
                <a:solidFill>
                  <a:srgbClr val="EF8D65"/>
                </a:solidFill>
                <a:latin typeface="Space Grotesk"/>
                <a:ea typeface="Space Grotesk"/>
                <a:cs typeface="Space Grotesk"/>
              </a:defRPr>
            </a:lvl7pPr>
            <a:lvl8pPr>
              <a:defRPr sz="1275" b="1">
                <a:solidFill>
                  <a:srgbClr val="EF8D65"/>
                </a:solidFill>
                <a:latin typeface="Space Grotesk"/>
                <a:ea typeface="Space Grotesk"/>
                <a:cs typeface="Space Grotesk"/>
              </a:defRPr>
            </a:lvl8pPr>
            <a:lvl9pPr>
              <a:defRPr sz="1275" b="1">
                <a:solidFill>
                  <a:srgbClr val="EF8D65"/>
                </a:solidFill>
                <a:latin typeface="Space Grotesk"/>
                <a:ea typeface="Space Grotesk"/>
                <a:cs typeface="Space Grotesk"/>
              </a:defRPr>
            </a:lvl9pPr>
          </a:lstStyle>
          <a:p xmlns:a="http://schemas.openxmlformats.org/drawingml/2006/main">
            <a:pPr>
              <a:defRPr sz="1275" b="1">
                <a:solidFill>
                  <a:srgbClr val="EF8D65"/>
                </a:solidFill>
                <a:latin typeface="Space Grotesk"/>
                <a:ea typeface="Space Grotesk"/>
                <a:cs typeface="Space Grotesk"/>
              </a:defRPr>
            </a:pPr>
            <a:r>
              <a:rPr sz="1275" b="1">
                <a:solidFill>
                  <a:srgbClr val="EF8D65"/>
                </a:solidFill>
                <a:latin typeface="Space Grotesk"/>
                <a:ea typeface="Space Grotesk"/>
                <a:cs typeface="Space Grotesk"/>
              </a:rPr>
              <a:t>GLOBAL AI NIGHTS BERLIN</a:t>
            </a:r>
          </a:p>
        </p:txBody>
      </p:sp>
      <p:sp>
        <p:nvSpPr>
          <p:cNvPr id="3" name="A little break">
            <a:extLst xmlns:a="http://schemas.openxmlformats.org/drawingml/2006/main">
              <a:ext uri="{FF2B5EF4-FFF2-40B4-BE49-F238E27FC236}">
                <a16:creationId xmlns:a16="http://schemas.microsoft.com/office/drawing/2014/main" id="{3620016B-5892-44F0-95D4-A3F88641DB26}"/>
              </a:ext>
            </a:extLst>
          </p:cNvPr>
          <p:cNvSpPr>
            <a:spLocks xmlns:a="http://schemas.openxmlformats.org/drawingml/2006/main" noGrp="1"/>
          </p:cNvSpPr>
          <p:nvPr/>
        </p:nvSpPr>
        <p:spPr>
          <a:xfrm xmlns:a="http://schemas.openxmlformats.org/drawingml/2006/main">
            <a:off x="609600" y="2190750"/>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850" b="1">
                <a:solidFill>
                  <a:srgbClr val="F5F4EC"/>
                </a:solidFill>
                <a:latin typeface="Space Grotesk"/>
                <a:ea typeface="Space Grotesk"/>
                <a:cs typeface="Space Grotesk"/>
              </a:defRPr>
            </a:defPPr>
            <a:lvl1pPr>
              <a:defRPr sz="5850" b="1">
                <a:solidFill>
                  <a:srgbClr val="F5F4EC"/>
                </a:solidFill>
                <a:latin typeface="Space Grotesk"/>
                <a:ea typeface="Space Grotesk"/>
                <a:cs typeface="Space Grotesk"/>
              </a:defRPr>
            </a:lvl1pPr>
            <a:lvl2pPr>
              <a:defRPr sz="5850" b="1">
                <a:solidFill>
                  <a:srgbClr val="F5F4EC"/>
                </a:solidFill>
                <a:latin typeface="Space Grotesk"/>
                <a:ea typeface="Space Grotesk"/>
                <a:cs typeface="Space Grotesk"/>
              </a:defRPr>
            </a:lvl2pPr>
            <a:lvl3pPr>
              <a:defRPr sz="5850" b="1">
                <a:solidFill>
                  <a:srgbClr val="F5F4EC"/>
                </a:solidFill>
                <a:latin typeface="Space Grotesk"/>
                <a:ea typeface="Space Grotesk"/>
                <a:cs typeface="Space Grotesk"/>
              </a:defRPr>
            </a:lvl3pPr>
            <a:lvl4pPr>
              <a:defRPr sz="5850" b="1">
                <a:solidFill>
                  <a:srgbClr val="F5F4EC"/>
                </a:solidFill>
                <a:latin typeface="Space Grotesk"/>
                <a:ea typeface="Space Grotesk"/>
                <a:cs typeface="Space Grotesk"/>
              </a:defRPr>
            </a:lvl4pPr>
            <a:lvl5pPr>
              <a:defRPr sz="5850" b="1">
                <a:solidFill>
                  <a:srgbClr val="F5F4EC"/>
                </a:solidFill>
                <a:latin typeface="Space Grotesk"/>
                <a:ea typeface="Space Grotesk"/>
                <a:cs typeface="Space Grotesk"/>
              </a:defRPr>
            </a:lvl5pPr>
            <a:lvl6pPr>
              <a:defRPr sz="5850" b="1">
                <a:solidFill>
                  <a:srgbClr val="F5F4EC"/>
                </a:solidFill>
                <a:latin typeface="Space Grotesk"/>
                <a:ea typeface="Space Grotesk"/>
                <a:cs typeface="Space Grotesk"/>
              </a:defRPr>
            </a:lvl6pPr>
            <a:lvl7pPr>
              <a:defRPr sz="5850" b="1">
                <a:solidFill>
                  <a:srgbClr val="F5F4EC"/>
                </a:solidFill>
                <a:latin typeface="Space Grotesk"/>
                <a:ea typeface="Space Grotesk"/>
                <a:cs typeface="Space Grotesk"/>
              </a:defRPr>
            </a:lvl7pPr>
            <a:lvl8pPr>
              <a:defRPr sz="5850" b="1">
                <a:solidFill>
                  <a:srgbClr val="F5F4EC"/>
                </a:solidFill>
                <a:latin typeface="Space Grotesk"/>
                <a:ea typeface="Space Grotesk"/>
                <a:cs typeface="Space Grotesk"/>
              </a:defRPr>
            </a:lvl8pPr>
            <a:lvl9pPr>
              <a:defRPr sz="5850" b="1">
                <a:solidFill>
                  <a:srgbClr val="F5F4EC"/>
                </a:solidFill>
                <a:latin typeface="Space Grotesk"/>
                <a:ea typeface="Space Grotesk"/>
                <a:cs typeface="Space Grotesk"/>
              </a:defRPr>
            </a:lvl9pPr>
          </a:lstStyle>
          <a:p xmlns:a="http://schemas.openxmlformats.org/drawingml/2006/main">
            <a:pPr>
              <a:defRPr sz="5850" b="1">
                <a:solidFill>
                  <a:srgbClr val="F5F4EC"/>
                </a:solidFill>
                <a:latin typeface="Space Grotesk"/>
                <a:ea typeface="Space Grotesk"/>
                <a:cs typeface="Space Grotesk"/>
              </a:defRPr>
            </a:pPr>
            <a:r>
              <a:rPr sz="5850" b="1">
                <a:solidFill>
                  <a:srgbClr val="F5F4EC"/>
                </a:solidFill>
                <a:latin typeface="Space Grotesk"/>
                <a:ea typeface="Space Grotesk"/>
                <a:cs typeface="Space Grotesk"/>
              </a:rPr>
              <a:t>A little break</a:t>
            </a:r>
          </a:p>
        </p:txBody>
      </p:sp>
      <p:sp>
        <p:nvSpPr>
          <p:cNvPr id="4" name="We’re back at [time]">
            <a:extLst xmlns:a="http://schemas.openxmlformats.org/drawingml/2006/main">
              <a:ext uri="{FF2B5EF4-FFF2-40B4-BE49-F238E27FC236}">
                <a16:creationId xmlns:a16="http://schemas.microsoft.com/office/drawing/2014/main" id="{7E864F3B-1E4B-4287-A435-3ADEEB854613}"/>
              </a:ext>
            </a:extLst>
          </p:cNvPr>
          <p:cNvSpPr>
            <a:spLocks xmlns:a="http://schemas.openxmlformats.org/drawingml/2006/main" noGrp="1"/>
          </p:cNvSpPr>
          <p:nvPr/>
        </p:nvSpPr>
        <p:spPr>
          <a:xfrm xmlns:a="http://schemas.openxmlformats.org/drawingml/2006/main">
            <a:off x="609600" y="3829050"/>
            <a:ext cx="1019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0">
                <a:solidFill>
                  <a:srgbClr val="F5F4EC"/>
                </a:solidFill>
                <a:latin typeface="Instrument Sans"/>
                <a:ea typeface="Instrument Sans"/>
                <a:cs typeface="Instrument Sans"/>
              </a:defRPr>
            </a:defPPr>
            <a:lvl1pPr>
              <a:defRPr sz="3225" b="0">
                <a:solidFill>
                  <a:srgbClr val="F5F4EC"/>
                </a:solidFill>
                <a:latin typeface="Instrument Sans"/>
                <a:ea typeface="Instrument Sans"/>
                <a:cs typeface="Instrument Sans"/>
              </a:defRPr>
            </a:lvl1pPr>
            <a:lvl2pPr>
              <a:defRPr sz="3225" b="0">
                <a:solidFill>
                  <a:srgbClr val="F5F4EC"/>
                </a:solidFill>
                <a:latin typeface="Instrument Sans"/>
                <a:ea typeface="Instrument Sans"/>
                <a:cs typeface="Instrument Sans"/>
              </a:defRPr>
            </a:lvl2pPr>
            <a:lvl3pPr>
              <a:defRPr sz="3225" b="0">
                <a:solidFill>
                  <a:srgbClr val="F5F4EC"/>
                </a:solidFill>
                <a:latin typeface="Instrument Sans"/>
                <a:ea typeface="Instrument Sans"/>
                <a:cs typeface="Instrument Sans"/>
              </a:defRPr>
            </a:lvl3pPr>
            <a:lvl4pPr>
              <a:defRPr sz="3225" b="0">
                <a:solidFill>
                  <a:srgbClr val="F5F4EC"/>
                </a:solidFill>
                <a:latin typeface="Instrument Sans"/>
                <a:ea typeface="Instrument Sans"/>
                <a:cs typeface="Instrument Sans"/>
              </a:defRPr>
            </a:lvl4pPr>
            <a:lvl5pPr>
              <a:defRPr sz="3225" b="0">
                <a:solidFill>
                  <a:srgbClr val="F5F4EC"/>
                </a:solidFill>
                <a:latin typeface="Instrument Sans"/>
                <a:ea typeface="Instrument Sans"/>
                <a:cs typeface="Instrument Sans"/>
              </a:defRPr>
            </a:lvl5pPr>
            <a:lvl6pPr>
              <a:defRPr sz="3225" b="0">
                <a:solidFill>
                  <a:srgbClr val="F5F4EC"/>
                </a:solidFill>
                <a:latin typeface="Instrument Sans"/>
                <a:ea typeface="Instrument Sans"/>
                <a:cs typeface="Instrument Sans"/>
              </a:defRPr>
            </a:lvl6pPr>
            <a:lvl7pPr>
              <a:defRPr sz="3225" b="0">
                <a:solidFill>
                  <a:srgbClr val="F5F4EC"/>
                </a:solidFill>
                <a:latin typeface="Instrument Sans"/>
                <a:ea typeface="Instrument Sans"/>
                <a:cs typeface="Instrument Sans"/>
              </a:defRPr>
            </a:lvl7pPr>
            <a:lvl8pPr>
              <a:defRPr sz="3225" b="0">
                <a:solidFill>
                  <a:srgbClr val="F5F4EC"/>
                </a:solidFill>
                <a:latin typeface="Instrument Sans"/>
                <a:ea typeface="Instrument Sans"/>
                <a:cs typeface="Instrument Sans"/>
              </a:defRPr>
            </a:lvl8pPr>
            <a:lvl9pPr>
              <a:defRPr sz="3225" b="0">
                <a:solidFill>
                  <a:srgbClr val="F5F4EC"/>
                </a:solidFill>
                <a:latin typeface="Instrument Sans"/>
                <a:ea typeface="Instrument Sans"/>
                <a:cs typeface="Instrument Sans"/>
              </a:defRPr>
            </a:lvl9pPr>
          </a:lstStyle>
          <a:p xmlns:a="http://schemas.openxmlformats.org/drawingml/2006/main">
            <a:pPr>
              <a:defRPr sz="3225" b="0">
                <a:solidFill>
                  <a:srgbClr val="F5F4EC"/>
                </a:solidFill>
                <a:latin typeface="Instrument Sans"/>
                <a:ea typeface="Instrument Sans"/>
                <a:cs typeface="Instrument Sans"/>
              </a:defRPr>
            </a:pPr>
            <a:r>
              <a:rPr sz="3225" b="0">
                <a:solidFill>
                  <a:srgbClr val="F5F4EC"/>
                </a:solidFill>
                <a:latin typeface="Instrument Sans"/>
                <a:ea typeface="Instrument Sans"/>
                <a:cs typeface="Instrument Sans"/>
              </a:rPr>
              <a:t>We’re back at [time]</a:t>
            </a:r>
          </a:p>
        </p:txBody>
      </p:sp>
      <p:sp>
        <p:nvSpPr>
          <p:cNvPr id="5" name="Up next: [Session title or networking]">
            <a:extLst xmlns:a="http://schemas.openxmlformats.org/drawingml/2006/main">
              <a:ext uri="{FF2B5EF4-FFF2-40B4-BE49-F238E27FC236}">
                <a16:creationId xmlns:a16="http://schemas.microsoft.com/office/drawing/2014/main" id="{4A929CCB-DC6B-4F24-B383-45B619C7ADAF}"/>
              </a:ext>
            </a:extLst>
          </p:cNvPr>
          <p:cNvSpPr>
            <a:spLocks xmlns:a="http://schemas.openxmlformats.org/drawingml/2006/main" noGrp="1"/>
          </p:cNvSpPr>
          <p:nvPr/>
        </p:nvSpPr>
        <p:spPr>
          <a:xfrm xmlns:a="http://schemas.openxmlformats.org/drawingml/2006/main">
            <a:off x="609600" y="489585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C9C2B6"/>
                </a:solidFill>
                <a:latin typeface="Instrument Sans"/>
                <a:ea typeface="Instrument Sans"/>
                <a:cs typeface="Instrument Sans"/>
              </a:defRPr>
            </a:defPPr>
            <a:lvl1pPr>
              <a:defRPr sz="2175" b="0">
                <a:solidFill>
                  <a:srgbClr val="C9C2B6"/>
                </a:solidFill>
                <a:latin typeface="Instrument Sans"/>
                <a:ea typeface="Instrument Sans"/>
                <a:cs typeface="Instrument Sans"/>
              </a:defRPr>
            </a:lvl1pPr>
            <a:lvl2pPr>
              <a:defRPr sz="2175" b="0">
                <a:solidFill>
                  <a:srgbClr val="C9C2B6"/>
                </a:solidFill>
                <a:latin typeface="Instrument Sans"/>
                <a:ea typeface="Instrument Sans"/>
                <a:cs typeface="Instrument Sans"/>
              </a:defRPr>
            </a:lvl2pPr>
            <a:lvl3pPr>
              <a:defRPr sz="2175" b="0">
                <a:solidFill>
                  <a:srgbClr val="C9C2B6"/>
                </a:solidFill>
                <a:latin typeface="Instrument Sans"/>
                <a:ea typeface="Instrument Sans"/>
                <a:cs typeface="Instrument Sans"/>
              </a:defRPr>
            </a:lvl3pPr>
            <a:lvl4pPr>
              <a:defRPr sz="2175" b="0">
                <a:solidFill>
                  <a:srgbClr val="C9C2B6"/>
                </a:solidFill>
                <a:latin typeface="Instrument Sans"/>
                <a:ea typeface="Instrument Sans"/>
                <a:cs typeface="Instrument Sans"/>
              </a:defRPr>
            </a:lvl4pPr>
            <a:lvl5pPr>
              <a:defRPr sz="2175" b="0">
                <a:solidFill>
                  <a:srgbClr val="C9C2B6"/>
                </a:solidFill>
                <a:latin typeface="Instrument Sans"/>
                <a:ea typeface="Instrument Sans"/>
                <a:cs typeface="Instrument Sans"/>
              </a:defRPr>
            </a:lvl5pPr>
            <a:lvl6pPr>
              <a:defRPr sz="2175" b="0">
                <a:solidFill>
                  <a:srgbClr val="C9C2B6"/>
                </a:solidFill>
                <a:latin typeface="Instrument Sans"/>
                <a:ea typeface="Instrument Sans"/>
                <a:cs typeface="Instrument Sans"/>
              </a:defRPr>
            </a:lvl6pPr>
            <a:lvl7pPr>
              <a:defRPr sz="2175" b="0">
                <a:solidFill>
                  <a:srgbClr val="C9C2B6"/>
                </a:solidFill>
                <a:latin typeface="Instrument Sans"/>
                <a:ea typeface="Instrument Sans"/>
                <a:cs typeface="Instrument Sans"/>
              </a:defRPr>
            </a:lvl7pPr>
            <a:lvl8pPr>
              <a:defRPr sz="2175" b="0">
                <a:solidFill>
                  <a:srgbClr val="C9C2B6"/>
                </a:solidFill>
                <a:latin typeface="Instrument Sans"/>
                <a:ea typeface="Instrument Sans"/>
                <a:cs typeface="Instrument Sans"/>
              </a:defRPr>
            </a:lvl8pPr>
            <a:lvl9pPr>
              <a:defRPr sz="2175" b="0">
                <a:solidFill>
                  <a:srgbClr val="C9C2B6"/>
                </a:solidFill>
                <a:latin typeface="Instrument Sans"/>
                <a:ea typeface="Instrument Sans"/>
                <a:cs typeface="Instrument Sans"/>
              </a:defRPr>
            </a:lvl9pPr>
          </a:lstStyle>
          <a:p xmlns:a="http://schemas.openxmlformats.org/drawingml/2006/main">
            <a:pPr>
              <a:defRPr sz="2175" b="0">
                <a:solidFill>
                  <a:srgbClr val="C9C2B6"/>
                </a:solidFill>
                <a:latin typeface="Instrument Sans"/>
                <a:ea typeface="Instrument Sans"/>
                <a:cs typeface="Instrument Sans"/>
              </a:defRPr>
            </a:pPr>
            <a:r>
              <a:rPr sz="2175" b="0">
                <a:solidFill>
                  <a:srgbClr val="C9C2B6"/>
                </a:solidFill>
                <a:latin typeface="Instrument Sans"/>
                <a:ea typeface="Instrument Sans"/>
                <a:cs typeface="Instrument Sans"/>
              </a:rPr>
              <a:t>Up next: [Session title or networking]</a:t>
            </a:r>
          </a:p>
        </p:txBody>
      </p:sp>
    </p:spTree>
    <p:extLst>
      <p:ext uri="{BB962C8B-B14F-4D97-AF65-F5344CB8AC3E}">
        <p14:creationId xmlns:p14="http://schemas.microsoft.com/office/powerpoint/2010/main" val="1942404714"/>
      </p:ext>
    </p:extLst>
  </p:cSld>
</p:sld>
</file>

<file path=ppt/slides/slide17.xml><?xml version="1.0" encoding="utf-8"?>
<p:sld xmlns:p="http://schemas.openxmlformats.org/presentationml/2006/main">
  <p:cSld>
    <p:bg>
      <p:bgPr>
        <a:solidFill xmlns:a="http://schemas.openxmlformats.org/drawingml/2006/main">
          <a:srgbClr val="242321"/>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01D777B-472D-4126-96FB-54212F6348EA}"/>
              </a:ext>
            </a:extLst>
          </p:cNvPr>
          <p:cNvPicPr>
            <a:picLocks xmlns:a="http://schemas.openxmlformats.org/drawingml/2006/main" noChangeAspect="1"/>
          </p:cNvPicPr>
          <p:nvPr/>
        </p:nvPicPr>
        <p:blipFill>
          <a:blip xmlns:r="http://schemas.openxmlformats.org/officeDocument/2006/relationships" xmlns:a="http://schemas.openxmlformats.org/drawingml/2006/main" r:embed="R0cac6dc55ffd44d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Quiet content background">
            <a:extLst xmlns:a="http://schemas.openxmlformats.org/drawingml/2006/main">
              <a:ext uri="{FF2B5EF4-FFF2-40B4-BE49-F238E27FC236}">
                <a16:creationId xmlns:a16="http://schemas.microsoft.com/office/drawing/2014/main" id="{29EF7EBD-7E2A-43D7-9A35-7A18D66FF5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321">
              <a:alpha val="58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8C79D7EB-1D92-47EF-9460-AA0EEB3C88C6}"/>
              </a:ext>
            </a:extLst>
          </p:cNvPr>
          <p:cNvPicPr>
            <a:picLocks xmlns:a="http://schemas.openxmlformats.org/drawingml/2006/main" noChangeAspect="1"/>
          </p:cNvPicPr>
          <p:nvPr/>
        </p:nvPicPr>
        <p:blipFill>
          <a:blip xmlns:r="http://schemas.openxmlformats.org/officeDocument/2006/relationships" xmlns:a="http://schemas.openxmlformats.org/drawingml/2006/main" r:embed="R9881ee3fcb314bdb"/>
          <a:stretch xmlns:a="http://schemas.openxmlformats.org/drawingml/2006/main"/>
        </p:blipFill>
        <p:spPr>
          <a:xfrm xmlns:a="http://schemas.openxmlformats.org/drawingml/2006/main">
            <a:off x="609600" y="6315075"/>
            <a:ext cx="266700" cy="266700"/>
          </a:xfrm>
          <a:prstGeom xmlns:a="http://schemas.openxmlformats.org/drawingml/2006/main" prst="rect">
            <a:avLst/>
          </a:prstGeom>
        </p:spPr>
      </p:pic>
      <p:sp>
        <p:nvSpPr>
          <p:cNvPr id="4" name="Global AI Nights Berlin">
            <a:extLst xmlns:a="http://schemas.openxmlformats.org/drawingml/2006/main">
              <a:ext uri="{FF2B5EF4-FFF2-40B4-BE49-F238E27FC236}">
                <a16:creationId xmlns:a16="http://schemas.microsoft.com/office/drawing/2014/main" id="{955B4308-C1D9-428C-A62B-A2FB232350A1}"/>
              </a:ext>
            </a:extLst>
          </p:cNvPr>
          <p:cNvSpPr>
            <a:spLocks xmlns:a="http://schemas.openxmlformats.org/drawingml/2006/main" noGrp="1"/>
          </p:cNvSpPr>
          <p:nvPr/>
        </p:nvSpPr>
        <p:spPr>
          <a:xfrm xmlns:a="http://schemas.openxmlformats.org/drawingml/2006/main">
            <a:off x="1009650" y="6372225"/>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Global AI Nights Berlin</a:t>
            </a:r>
          </a:p>
        </p:txBody>
      </p:sp>
      <p:sp>
        <p:nvSpPr>
          <p:cNvPr id="5" name="17">
            <a:extLst xmlns:a="http://schemas.openxmlformats.org/drawingml/2006/main">
              <a:ext uri="{FF2B5EF4-FFF2-40B4-BE49-F238E27FC236}">
                <a16:creationId xmlns:a16="http://schemas.microsoft.com/office/drawing/2014/main" id="{70C7653C-0F5E-4ED3-86F8-FA7E9412E8CA}"/>
              </a:ext>
            </a:extLst>
          </p:cNvPr>
          <p:cNvSpPr>
            <a:spLocks xmlns:a="http://schemas.openxmlformats.org/drawingml/2006/main" noGrp="1"/>
          </p:cNvSpPr>
          <p:nvPr/>
        </p:nvSpPr>
        <p:spPr>
          <a:xfrm xmlns:a="http://schemas.openxmlformats.org/drawingml/2006/main">
            <a:off x="11239500" y="63722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C2B6"/>
                </a:solidFill>
                <a:latin typeface="Instrument Sans"/>
                <a:ea typeface="Instrument Sans"/>
                <a:cs typeface="Instrument Sans"/>
              </a:defRPr>
            </a:defPPr>
            <a:lvl1pPr>
              <a:defRPr sz="1200" b="0">
                <a:solidFill>
                  <a:srgbClr val="C9C2B6"/>
                </a:solidFill>
                <a:latin typeface="Instrument Sans"/>
                <a:ea typeface="Instrument Sans"/>
                <a:cs typeface="Instrument Sans"/>
              </a:defRPr>
            </a:lvl1pPr>
            <a:lvl2pPr>
              <a:defRPr sz="1200" b="0">
                <a:solidFill>
                  <a:srgbClr val="C9C2B6"/>
                </a:solidFill>
                <a:latin typeface="Instrument Sans"/>
                <a:ea typeface="Instrument Sans"/>
                <a:cs typeface="Instrument Sans"/>
              </a:defRPr>
            </a:lvl2pPr>
            <a:lvl3pPr>
              <a:defRPr sz="1200" b="0">
                <a:solidFill>
                  <a:srgbClr val="C9C2B6"/>
                </a:solidFill>
                <a:latin typeface="Instrument Sans"/>
                <a:ea typeface="Instrument Sans"/>
                <a:cs typeface="Instrument Sans"/>
              </a:defRPr>
            </a:lvl3pPr>
            <a:lvl4pPr>
              <a:defRPr sz="1200" b="0">
                <a:solidFill>
                  <a:srgbClr val="C9C2B6"/>
                </a:solidFill>
                <a:latin typeface="Instrument Sans"/>
                <a:ea typeface="Instrument Sans"/>
                <a:cs typeface="Instrument Sans"/>
              </a:defRPr>
            </a:lvl4pPr>
            <a:lvl5pPr>
              <a:defRPr sz="1200" b="0">
                <a:solidFill>
                  <a:srgbClr val="C9C2B6"/>
                </a:solidFill>
                <a:latin typeface="Instrument Sans"/>
                <a:ea typeface="Instrument Sans"/>
                <a:cs typeface="Instrument Sans"/>
              </a:defRPr>
            </a:lvl5pPr>
            <a:lvl6pPr>
              <a:defRPr sz="1200" b="0">
                <a:solidFill>
                  <a:srgbClr val="C9C2B6"/>
                </a:solidFill>
                <a:latin typeface="Instrument Sans"/>
                <a:ea typeface="Instrument Sans"/>
                <a:cs typeface="Instrument Sans"/>
              </a:defRPr>
            </a:lvl6pPr>
            <a:lvl7pPr>
              <a:defRPr sz="1200" b="0">
                <a:solidFill>
                  <a:srgbClr val="C9C2B6"/>
                </a:solidFill>
                <a:latin typeface="Instrument Sans"/>
                <a:ea typeface="Instrument Sans"/>
                <a:cs typeface="Instrument Sans"/>
              </a:defRPr>
            </a:lvl7pPr>
            <a:lvl8pPr>
              <a:defRPr sz="1200" b="0">
                <a:solidFill>
                  <a:srgbClr val="C9C2B6"/>
                </a:solidFill>
                <a:latin typeface="Instrument Sans"/>
                <a:ea typeface="Instrument Sans"/>
                <a:cs typeface="Instrument Sans"/>
              </a:defRPr>
            </a:lvl8pPr>
            <a:lvl9pPr>
              <a:defRPr sz="1200" b="0">
                <a:solidFill>
                  <a:srgbClr val="C9C2B6"/>
                </a:solidFill>
                <a:latin typeface="Instrument Sans"/>
                <a:ea typeface="Instrument Sans"/>
                <a:cs typeface="Instrument Sans"/>
              </a:defRPr>
            </a:lvl9pPr>
          </a:lstStyle>
          <a:p xmlns:a="http://schemas.openxmlformats.org/drawingml/2006/main">
            <a:pPr>
              <a:defRPr sz="1200" b="0">
                <a:solidFill>
                  <a:srgbClr val="C9C2B6"/>
                </a:solidFill>
                <a:latin typeface="Instrument Sans"/>
                <a:ea typeface="Instrument Sans"/>
                <a:cs typeface="Instrument Sans"/>
              </a:defRPr>
            </a:pPr>
            <a:r>
              <a:rPr sz="1200" b="0">
                <a:solidFill>
                  <a:srgbClr val="C9C2B6"/>
                </a:solidFill>
                <a:latin typeface="Instrument Sans"/>
                <a:ea typeface="Instrument Sans"/>
                <a:cs typeface="Instrument Sans"/>
              </a:rPr>
              <a:t>17</a:t>
            </a:r>
          </a:p>
        </p:txBody>
      </p:sp>
      <p:sp>
        <p:nvSpPr>
          <p:cNvPr id="6" name="Template guide">
            <a:extLst xmlns:a="http://schemas.openxmlformats.org/drawingml/2006/main">
              <a:ext uri="{FF2B5EF4-FFF2-40B4-BE49-F238E27FC236}">
                <a16:creationId xmlns:a16="http://schemas.microsoft.com/office/drawing/2014/main" id="{991BB859-5B5A-4449-B538-FEAFCAE1F99B}"/>
              </a:ext>
            </a:extLst>
          </p:cNvPr>
          <p:cNvSpPr>
            <a:spLocks xmlns:a="http://schemas.openxmlformats.org/drawingml/2006/main" noGrp="1"/>
          </p:cNvSpPr>
          <p:nvPr/>
        </p:nvSpPr>
        <p:spPr>
          <a:xfrm xmlns:a="http://schemas.openxmlformats.org/drawingml/2006/main">
            <a:off x="609600" y="609600"/>
            <a:ext cx="10572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5F4EC"/>
                </a:solidFill>
                <a:latin typeface="Space Grotesk"/>
                <a:ea typeface="Space Grotesk"/>
                <a:cs typeface="Space Grotesk"/>
              </a:defRPr>
            </a:defPPr>
            <a:lvl1pPr>
              <a:defRPr sz="3600" b="1">
                <a:solidFill>
                  <a:srgbClr val="F5F4EC"/>
                </a:solidFill>
                <a:latin typeface="Space Grotesk"/>
                <a:ea typeface="Space Grotesk"/>
                <a:cs typeface="Space Grotesk"/>
              </a:defRPr>
            </a:lvl1pPr>
            <a:lvl2pPr>
              <a:defRPr sz="3600" b="1">
                <a:solidFill>
                  <a:srgbClr val="F5F4EC"/>
                </a:solidFill>
                <a:latin typeface="Space Grotesk"/>
                <a:ea typeface="Space Grotesk"/>
                <a:cs typeface="Space Grotesk"/>
              </a:defRPr>
            </a:lvl2pPr>
            <a:lvl3pPr>
              <a:defRPr sz="3600" b="1">
                <a:solidFill>
                  <a:srgbClr val="F5F4EC"/>
                </a:solidFill>
                <a:latin typeface="Space Grotesk"/>
                <a:ea typeface="Space Grotesk"/>
                <a:cs typeface="Space Grotesk"/>
              </a:defRPr>
            </a:lvl3pPr>
            <a:lvl4pPr>
              <a:defRPr sz="3600" b="1">
                <a:solidFill>
                  <a:srgbClr val="F5F4EC"/>
                </a:solidFill>
                <a:latin typeface="Space Grotesk"/>
                <a:ea typeface="Space Grotesk"/>
                <a:cs typeface="Space Grotesk"/>
              </a:defRPr>
            </a:lvl4pPr>
            <a:lvl5pPr>
              <a:defRPr sz="3600" b="1">
                <a:solidFill>
                  <a:srgbClr val="F5F4EC"/>
                </a:solidFill>
                <a:latin typeface="Space Grotesk"/>
                <a:ea typeface="Space Grotesk"/>
                <a:cs typeface="Space Grotesk"/>
              </a:defRPr>
            </a:lvl5pPr>
            <a:lvl6pPr>
              <a:defRPr sz="3600" b="1">
                <a:solidFill>
                  <a:srgbClr val="F5F4EC"/>
                </a:solidFill>
                <a:latin typeface="Space Grotesk"/>
                <a:ea typeface="Space Grotesk"/>
                <a:cs typeface="Space Grotesk"/>
              </a:defRPr>
            </a:lvl6pPr>
            <a:lvl7pPr>
              <a:defRPr sz="3600" b="1">
                <a:solidFill>
                  <a:srgbClr val="F5F4EC"/>
                </a:solidFill>
                <a:latin typeface="Space Grotesk"/>
                <a:ea typeface="Space Grotesk"/>
                <a:cs typeface="Space Grotesk"/>
              </a:defRPr>
            </a:lvl7pPr>
            <a:lvl8pPr>
              <a:defRPr sz="3600" b="1">
                <a:solidFill>
                  <a:srgbClr val="F5F4EC"/>
                </a:solidFill>
                <a:latin typeface="Space Grotesk"/>
                <a:ea typeface="Space Grotesk"/>
                <a:cs typeface="Space Grotesk"/>
              </a:defRPr>
            </a:lvl8pPr>
            <a:lvl9pPr>
              <a:defRPr sz="3600" b="1">
                <a:solidFill>
                  <a:srgbClr val="F5F4EC"/>
                </a:solidFill>
                <a:latin typeface="Space Grotesk"/>
                <a:ea typeface="Space Grotesk"/>
                <a:cs typeface="Space Grotesk"/>
              </a:defRPr>
            </a:lvl9pPr>
          </a:lstStyle>
          <a:p xmlns:a="http://schemas.openxmlformats.org/drawingml/2006/main">
            <a:pPr>
              <a:defRPr sz="3600" b="1">
                <a:solidFill>
                  <a:srgbClr val="F5F4EC"/>
                </a:solidFill>
                <a:latin typeface="Space Grotesk"/>
                <a:ea typeface="Space Grotesk"/>
                <a:cs typeface="Space Grotesk"/>
              </a:defRPr>
            </a:pPr>
            <a:r>
              <a:rPr sz="3600" b="1">
                <a:solidFill>
                  <a:srgbClr val="F5F4EC"/>
                </a:solidFill>
                <a:latin typeface="Space Grotesk"/>
                <a:ea typeface="Space Grotesk"/>
                <a:cs typeface="Space Grotesk"/>
              </a:rPr>
              <a:t>Template guide</a:t>
            </a:r>
          </a:p>
        </p:txBody>
      </p:sp>
      <p:sp>
        <p:nvSpPr>
          <p:cNvPr id="7" name="For speakers">
            <a:extLst xmlns:a="http://schemas.openxmlformats.org/drawingml/2006/main">
              <a:ext uri="{FF2B5EF4-FFF2-40B4-BE49-F238E27FC236}">
                <a16:creationId xmlns:a16="http://schemas.microsoft.com/office/drawing/2014/main" id="{B8EBBB77-715E-4FDA-97C6-AC53B9695339}"/>
              </a:ext>
            </a:extLst>
          </p:cNvPr>
          <p:cNvSpPr>
            <a:spLocks xmlns:a="http://schemas.openxmlformats.org/drawingml/2006/main" noGrp="1"/>
          </p:cNvSpPr>
          <p:nvPr/>
        </p:nvSpPr>
        <p:spPr>
          <a:xfrm xmlns:a="http://schemas.openxmlformats.org/drawingml/2006/main">
            <a:off x="609600" y="182880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F5F4EC"/>
                </a:solidFill>
                <a:latin typeface="Space Grotesk"/>
                <a:ea typeface="Space Grotesk"/>
                <a:cs typeface="Space Grotesk"/>
              </a:defRPr>
            </a:defPPr>
            <a:lvl1pPr>
              <a:defRPr sz="2550" b="1">
                <a:solidFill>
                  <a:srgbClr val="F5F4EC"/>
                </a:solidFill>
                <a:latin typeface="Space Grotesk"/>
                <a:ea typeface="Space Grotesk"/>
                <a:cs typeface="Space Grotesk"/>
              </a:defRPr>
            </a:lvl1pPr>
            <a:lvl2pPr>
              <a:defRPr sz="2550" b="1">
                <a:solidFill>
                  <a:srgbClr val="F5F4EC"/>
                </a:solidFill>
                <a:latin typeface="Space Grotesk"/>
                <a:ea typeface="Space Grotesk"/>
                <a:cs typeface="Space Grotesk"/>
              </a:defRPr>
            </a:lvl2pPr>
            <a:lvl3pPr>
              <a:defRPr sz="2550" b="1">
                <a:solidFill>
                  <a:srgbClr val="F5F4EC"/>
                </a:solidFill>
                <a:latin typeface="Space Grotesk"/>
                <a:ea typeface="Space Grotesk"/>
                <a:cs typeface="Space Grotesk"/>
              </a:defRPr>
            </a:lvl3pPr>
            <a:lvl4pPr>
              <a:defRPr sz="2550" b="1">
                <a:solidFill>
                  <a:srgbClr val="F5F4EC"/>
                </a:solidFill>
                <a:latin typeface="Space Grotesk"/>
                <a:ea typeface="Space Grotesk"/>
                <a:cs typeface="Space Grotesk"/>
              </a:defRPr>
            </a:lvl4pPr>
            <a:lvl5pPr>
              <a:defRPr sz="2550" b="1">
                <a:solidFill>
                  <a:srgbClr val="F5F4EC"/>
                </a:solidFill>
                <a:latin typeface="Space Grotesk"/>
                <a:ea typeface="Space Grotesk"/>
                <a:cs typeface="Space Grotesk"/>
              </a:defRPr>
            </a:lvl5pPr>
            <a:lvl6pPr>
              <a:defRPr sz="2550" b="1">
                <a:solidFill>
                  <a:srgbClr val="F5F4EC"/>
                </a:solidFill>
                <a:latin typeface="Space Grotesk"/>
                <a:ea typeface="Space Grotesk"/>
                <a:cs typeface="Space Grotesk"/>
              </a:defRPr>
            </a:lvl6pPr>
            <a:lvl7pPr>
              <a:defRPr sz="2550" b="1">
                <a:solidFill>
                  <a:srgbClr val="F5F4EC"/>
                </a:solidFill>
                <a:latin typeface="Space Grotesk"/>
                <a:ea typeface="Space Grotesk"/>
                <a:cs typeface="Space Grotesk"/>
              </a:defRPr>
            </a:lvl7pPr>
            <a:lvl8pPr>
              <a:defRPr sz="2550" b="1">
                <a:solidFill>
                  <a:srgbClr val="F5F4EC"/>
                </a:solidFill>
                <a:latin typeface="Space Grotesk"/>
                <a:ea typeface="Space Grotesk"/>
                <a:cs typeface="Space Grotesk"/>
              </a:defRPr>
            </a:lvl8pPr>
            <a:lvl9pPr>
              <a:defRPr sz="2550" b="1">
                <a:solidFill>
                  <a:srgbClr val="F5F4EC"/>
                </a:solidFill>
                <a:latin typeface="Space Grotesk"/>
                <a:ea typeface="Space Grotesk"/>
                <a:cs typeface="Space Grotesk"/>
              </a:defRPr>
            </a:lvl9pPr>
          </a:lstStyle>
          <a:p xmlns:a="http://schemas.openxmlformats.org/drawingml/2006/main">
            <a:pPr>
              <a:defRPr sz="2550" b="1">
                <a:solidFill>
                  <a:srgbClr val="F5F4EC"/>
                </a:solidFill>
                <a:latin typeface="Space Grotesk"/>
                <a:ea typeface="Space Grotesk"/>
                <a:cs typeface="Space Grotesk"/>
              </a:defRPr>
            </a:pPr>
            <a:r>
              <a:rPr sz="2550" b="1">
                <a:solidFill>
                  <a:srgbClr val="F5F4EC"/>
                </a:solidFill>
                <a:latin typeface="Space Grotesk"/>
                <a:ea typeface="Space Grotesk"/>
                <a:cs typeface="Space Grotesk"/>
              </a:rPr>
              <a:t>For speakers</a:t>
            </a:r>
          </a:p>
        </p:txBody>
      </p:sp>
      <p:sp>
        <p:nvSpPr>
          <p:cNvPr id="8" name="Replace bracketed text and the headshot.">
            <a:extLst xmlns:a="http://schemas.openxmlformats.org/drawingml/2006/main">
              <a:ext uri="{FF2B5EF4-FFF2-40B4-BE49-F238E27FC236}">
                <a16:creationId xmlns:a16="http://schemas.microsoft.com/office/drawing/2014/main" id="{D9AA153B-3F65-4F00-BDCD-40F5AF3711AE}"/>
              </a:ext>
            </a:extLst>
          </p:cNvPr>
          <p:cNvSpPr>
            <a:spLocks xmlns:a="http://schemas.openxmlformats.org/drawingml/2006/main" noGrp="1"/>
          </p:cNvSpPr>
          <p:nvPr/>
        </p:nvSpPr>
        <p:spPr>
          <a:xfrm xmlns:a="http://schemas.openxmlformats.org/drawingml/2006/main">
            <a:off x="609600" y="2628900"/>
            <a:ext cx="500062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F5F4EC"/>
                </a:solidFill>
                <a:latin typeface="Instrument Sans"/>
                <a:ea typeface="Instrument Sans"/>
                <a:cs typeface="Instrument Sans"/>
              </a:defRPr>
            </a:defPPr>
            <a:lvl1pPr>
              <a:defRPr sz="1875" b="0">
                <a:solidFill>
                  <a:srgbClr val="F5F4EC"/>
                </a:solidFill>
                <a:latin typeface="Instrument Sans"/>
                <a:ea typeface="Instrument Sans"/>
                <a:cs typeface="Instrument Sans"/>
              </a:defRPr>
            </a:lvl1pPr>
            <a:lvl2pPr>
              <a:defRPr sz="1875" b="0">
                <a:solidFill>
                  <a:srgbClr val="F5F4EC"/>
                </a:solidFill>
                <a:latin typeface="Instrument Sans"/>
                <a:ea typeface="Instrument Sans"/>
                <a:cs typeface="Instrument Sans"/>
              </a:defRPr>
            </a:lvl2pPr>
            <a:lvl3pPr>
              <a:defRPr sz="1875" b="0">
                <a:solidFill>
                  <a:srgbClr val="F5F4EC"/>
                </a:solidFill>
                <a:latin typeface="Instrument Sans"/>
                <a:ea typeface="Instrument Sans"/>
                <a:cs typeface="Instrument Sans"/>
              </a:defRPr>
            </a:lvl3pPr>
            <a:lvl4pPr>
              <a:defRPr sz="1875" b="0">
                <a:solidFill>
                  <a:srgbClr val="F5F4EC"/>
                </a:solidFill>
                <a:latin typeface="Instrument Sans"/>
                <a:ea typeface="Instrument Sans"/>
                <a:cs typeface="Instrument Sans"/>
              </a:defRPr>
            </a:lvl4pPr>
            <a:lvl5pPr>
              <a:defRPr sz="1875" b="0">
                <a:solidFill>
                  <a:srgbClr val="F5F4EC"/>
                </a:solidFill>
                <a:latin typeface="Instrument Sans"/>
                <a:ea typeface="Instrument Sans"/>
                <a:cs typeface="Instrument Sans"/>
              </a:defRPr>
            </a:lvl5pPr>
            <a:lvl6pPr>
              <a:defRPr sz="1875" b="0">
                <a:solidFill>
                  <a:srgbClr val="F5F4EC"/>
                </a:solidFill>
                <a:latin typeface="Instrument Sans"/>
                <a:ea typeface="Instrument Sans"/>
                <a:cs typeface="Instrument Sans"/>
              </a:defRPr>
            </a:lvl6pPr>
            <a:lvl7pPr>
              <a:defRPr sz="1875" b="0">
                <a:solidFill>
                  <a:srgbClr val="F5F4EC"/>
                </a:solidFill>
                <a:latin typeface="Instrument Sans"/>
                <a:ea typeface="Instrument Sans"/>
                <a:cs typeface="Instrument Sans"/>
              </a:defRPr>
            </a:lvl7pPr>
            <a:lvl8pPr>
              <a:defRPr sz="1875" b="0">
                <a:solidFill>
                  <a:srgbClr val="F5F4EC"/>
                </a:solidFill>
                <a:latin typeface="Instrument Sans"/>
                <a:ea typeface="Instrument Sans"/>
                <a:cs typeface="Instrument Sans"/>
              </a:defRPr>
            </a:lvl8pPr>
            <a:lvl9pPr>
              <a:defRPr sz="1875" b="0">
                <a:solidFill>
                  <a:srgbClr val="F5F4EC"/>
                </a:solidFill>
                <a:latin typeface="Instrument Sans"/>
                <a:ea typeface="Instrument Sans"/>
                <a:cs typeface="Instrument Sans"/>
              </a:defRPr>
            </a:lvl9pPr>
          </a:lstStyle>
          <a:p xmlns:a="http://schemas.openxmlformats.org/drawingml/2006/main">
            <a:pPr>
              <a:defRPr sz="1875" b="0">
                <a:solidFill>
                  <a:srgbClr val="F5F4EC"/>
                </a:solidFill>
                <a:latin typeface="Instrument Sans"/>
                <a:ea typeface="Instrument Sans"/>
                <a:cs typeface="Instrument Sans"/>
              </a:defRPr>
            </a:pPr>
            <a:r>
              <a:rPr sz="1875" b="0">
                <a:solidFill>
                  <a:srgbClr val="F5F4EC"/>
                </a:solidFill>
                <a:latin typeface="Instrument Sans"/>
                <a:ea typeface="Instrument Sans"/>
                <a:cs typeface="Instrument Sans"/>
              </a:rPr>
              <a:t>Replace bracketed text and the headshot.</a:t>
            </a:r>
          </a:p>
          <a:p xmlns:a="http://schemas.openxmlformats.org/drawingml/2006/main">
            <a:pPr>
              <a:defRPr sz="1875" b="0">
                <a:solidFill>
                  <a:srgbClr val="F5F4EC"/>
                </a:solidFill>
                <a:latin typeface="Instrument Sans"/>
                <a:ea typeface="Instrument Sans"/>
                <a:cs typeface="Instrument Sans"/>
              </a:defRPr>
            </a:pPr>
            <a:r>
              <a:rPr sz="1875" b="0">
                <a:solidFill>
                  <a:srgbClr val="F5F4EC"/>
                </a:solidFill>
                <a:latin typeface="Instrument Sans"/>
                <a:ea typeface="Instrument Sans"/>
                <a:cs typeface="Instrument Sans"/>
              </a:rPr>
              <a:t>Duplicate the content layouts you need.</a:t>
            </a:r>
          </a:p>
          <a:p xmlns:a="http://schemas.openxmlformats.org/drawingml/2006/main">
            <a:pPr>
              <a:defRPr sz="1875" b="0">
                <a:solidFill>
                  <a:srgbClr val="F5F4EC"/>
                </a:solidFill>
                <a:latin typeface="Instrument Sans"/>
                <a:ea typeface="Instrument Sans"/>
                <a:cs typeface="Instrument Sans"/>
              </a:defRPr>
            </a:pPr>
            <a:r>
              <a:rPr sz="1875" b="0">
                <a:solidFill>
                  <a:srgbClr val="F5F4EC"/>
                </a:solidFill>
                <a:latin typeface="Instrument Sans"/>
                <a:ea typeface="Instrument Sans"/>
                <a:cs typeface="Instrument Sans"/>
              </a:rPr>
              <a:t>Add your slides, code and contact links.</a:t>
            </a:r>
          </a:p>
          <a:p xmlns:a="http://schemas.openxmlformats.org/drawingml/2006/main">
            <a:pPr>
              <a:defRPr sz="1875" b="0">
                <a:solidFill>
                  <a:srgbClr val="F5F4EC"/>
                </a:solidFill>
                <a:latin typeface="Instrument Sans"/>
                <a:ea typeface="Instrument Sans"/>
                <a:cs typeface="Instrument Sans"/>
              </a:defRPr>
            </a:pPr>
            <a:r>
              <a:rPr sz="1875" b="0">
                <a:solidFill>
                  <a:srgbClr val="F5F4EC"/>
                </a:solidFill>
                <a:latin typeface="Instrument Sans"/>
                <a:ea typeface="Instrument Sans"/>
                <a:cs typeface="Instrument Sans"/>
              </a:rPr>
              <a:t>Remove unused slides before sharing.</a:t>
            </a:r>
          </a:p>
        </p:txBody>
      </p:sp>
      <p:sp>
        <p:nvSpPr>
          <p:cNvPr id="9" name="For organisers">
            <a:extLst xmlns:a="http://schemas.openxmlformats.org/drawingml/2006/main">
              <a:ext uri="{FF2B5EF4-FFF2-40B4-BE49-F238E27FC236}">
                <a16:creationId xmlns:a16="http://schemas.microsoft.com/office/drawing/2014/main" id="{376AB428-8A1A-4BF9-AD26-07150D5FF457}"/>
              </a:ext>
            </a:extLst>
          </p:cNvPr>
          <p:cNvSpPr>
            <a:spLocks xmlns:a="http://schemas.openxmlformats.org/drawingml/2006/main" noGrp="1"/>
          </p:cNvSpPr>
          <p:nvPr/>
        </p:nvSpPr>
        <p:spPr>
          <a:xfrm xmlns:a="http://schemas.openxmlformats.org/drawingml/2006/main">
            <a:off x="6543675" y="1828800"/>
            <a:ext cx="5000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F5F4EC"/>
                </a:solidFill>
                <a:latin typeface="Space Grotesk"/>
                <a:ea typeface="Space Grotesk"/>
                <a:cs typeface="Space Grotesk"/>
              </a:defRPr>
            </a:defPPr>
            <a:lvl1pPr>
              <a:defRPr sz="2550" b="1">
                <a:solidFill>
                  <a:srgbClr val="F5F4EC"/>
                </a:solidFill>
                <a:latin typeface="Space Grotesk"/>
                <a:ea typeface="Space Grotesk"/>
                <a:cs typeface="Space Grotesk"/>
              </a:defRPr>
            </a:lvl1pPr>
            <a:lvl2pPr>
              <a:defRPr sz="2550" b="1">
                <a:solidFill>
                  <a:srgbClr val="F5F4EC"/>
                </a:solidFill>
                <a:latin typeface="Space Grotesk"/>
                <a:ea typeface="Space Grotesk"/>
                <a:cs typeface="Space Grotesk"/>
              </a:defRPr>
            </a:lvl2pPr>
            <a:lvl3pPr>
              <a:defRPr sz="2550" b="1">
                <a:solidFill>
                  <a:srgbClr val="F5F4EC"/>
                </a:solidFill>
                <a:latin typeface="Space Grotesk"/>
                <a:ea typeface="Space Grotesk"/>
                <a:cs typeface="Space Grotesk"/>
              </a:defRPr>
            </a:lvl3pPr>
            <a:lvl4pPr>
              <a:defRPr sz="2550" b="1">
                <a:solidFill>
                  <a:srgbClr val="F5F4EC"/>
                </a:solidFill>
                <a:latin typeface="Space Grotesk"/>
                <a:ea typeface="Space Grotesk"/>
                <a:cs typeface="Space Grotesk"/>
              </a:defRPr>
            </a:lvl4pPr>
            <a:lvl5pPr>
              <a:defRPr sz="2550" b="1">
                <a:solidFill>
                  <a:srgbClr val="F5F4EC"/>
                </a:solidFill>
                <a:latin typeface="Space Grotesk"/>
                <a:ea typeface="Space Grotesk"/>
                <a:cs typeface="Space Grotesk"/>
              </a:defRPr>
            </a:lvl5pPr>
            <a:lvl6pPr>
              <a:defRPr sz="2550" b="1">
                <a:solidFill>
                  <a:srgbClr val="F5F4EC"/>
                </a:solidFill>
                <a:latin typeface="Space Grotesk"/>
                <a:ea typeface="Space Grotesk"/>
                <a:cs typeface="Space Grotesk"/>
              </a:defRPr>
            </a:lvl6pPr>
            <a:lvl7pPr>
              <a:defRPr sz="2550" b="1">
                <a:solidFill>
                  <a:srgbClr val="F5F4EC"/>
                </a:solidFill>
                <a:latin typeface="Space Grotesk"/>
                <a:ea typeface="Space Grotesk"/>
                <a:cs typeface="Space Grotesk"/>
              </a:defRPr>
            </a:lvl7pPr>
            <a:lvl8pPr>
              <a:defRPr sz="2550" b="1">
                <a:solidFill>
                  <a:srgbClr val="F5F4EC"/>
                </a:solidFill>
                <a:latin typeface="Space Grotesk"/>
                <a:ea typeface="Space Grotesk"/>
                <a:cs typeface="Space Grotesk"/>
              </a:defRPr>
            </a:lvl8pPr>
            <a:lvl9pPr>
              <a:defRPr sz="2550" b="1">
                <a:solidFill>
                  <a:srgbClr val="F5F4EC"/>
                </a:solidFill>
                <a:latin typeface="Space Grotesk"/>
                <a:ea typeface="Space Grotesk"/>
                <a:cs typeface="Space Grotesk"/>
              </a:defRPr>
            </a:lvl9pPr>
          </a:lstStyle>
          <a:p xmlns:a="http://schemas.openxmlformats.org/drawingml/2006/main">
            <a:pPr>
              <a:defRPr sz="2550" b="1">
                <a:solidFill>
                  <a:srgbClr val="F5F4EC"/>
                </a:solidFill>
                <a:latin typeface="Space Grotesk"/>
                <a:ea typeface="Space Grotesk"/>
                <a:cs typeface="Space Grotesk"/>
              </a:defRPr>
            </a:pPr>
            <a:r>
              <a:rPr sz="2550" b="1">
                <a:solidFill>
                  <a:srgbClr val="F5F4EC"/>
                </a:solidFill>
                <a:latin typeface="Space Grotesk"/>
                <a:ea typeface="Space Grotesk"/>
                <a:cs typeface="Space Grotesk"/>
              </a:rPr>
              <a:t>For organisers</a:t>
            </a:r>
          </a:p>
        </p:txBody>
      </p:sp>
      <p:sp>
        <p:nvSpPr>
          <p:cNvPr id="10" name="Update the city, date and venue.&#10;Edit th">
            <a:extLst xmlns:a="http://schemas.openxmlformats.org/drawingml/2006/main">
              <a:ext uri="{FF2B5EF4-FFF2-40B4-BE49-F238E27FC236}">
                <a16:creationId xmlns:a16="http://schemas.microsoft.com/office/drawing/2014/main" id="{DD392AF6-F732-42C8-87FA-F66E999594DD}"/>
              </a:ext>
            </a:extLst>
          </p:cNvPr>
          <p:cNvSpPr>
            <a:spLocks xmlns:a="http://schemas.openxmlformats.org/drawingml/2006/main" noGrp="1"/>
          </p:cNvSpPr>
          <p:nvPr/>
        </p:nvSpPr>
        <p:spPr>
          <a:xfrm xmlns:a="http://schemas.openxmlformats.org/drawingml/2006/main">
            <a:off x="6543675" y="2628900"/>
            <a:ext cx="500062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F5F4EC"/>
                </a:solidFill>
                <a:latin typeface="Instrument Sans"/>
                <a:ea typeface="Instrument Sans"/>
                <a:cs typeface="Instrument Sans"/>
              </a:defRPr>
            </a:defPPr>
            <a:lvl1pPr>
              <a:defRPr sz="1875" b="0">
                <a:solidFill>
                  <a:srgbClr val="F5F4EC"/>
                </a:solidFill>
                <a:latin typeface="Instrument Sans"/>
                <a:ea typeface="Instrument Sans"/>
                <a:cs typeface="Instrument Sans"/>
              </a:defRPr>
            </a:lvl1pPr>
            <a:lvl2pPr>
              <a:defRPr sz="1875" b="0">
                <a:solidFill>
                  <a:srgbClr val="F5F4EC"/>
                </a:solidFill>
                <a:latin typeface="Instrument Sans"/>
                <a:ea typeface="Instrument Sans"/>
                <a:cs typeface="Instrument Sans"/>
              </a:defRPr>
            </a:lvl2pPr>
            <a:lvl3pPr>
              <a:defRPr sz="1875" b="0">
                <a:solidFill>
                  <a:srgbClr val="F5F4EC"/>
                </a:solidFill>
                <a:latin typeface="Instrument Sans"/>
                <a:ea typeface="Instrument Sans"/>
                <a:cs typeface="Instrument Sans"/>
              </a:defRPr>
            </a:lvl3pPr>
            <a:lvl4pPr>
              <a:defRPr sz="1875" b="0">
                <a:solidFill>
                  <a:srgbClr val="F5F4EC"/>
                </a:solidFill>
                <a:latin typeface="Instrument Sans"/>
                <a:ea typeface="Instrument Sans"/>
                <a:cs typeface="Instrument Sans"/>
              </a:defRPr>
            </a:lvl4pPr>
            <a:lvl5pPr>
              <a:defRPr sz="1875" b="0">
                <a:solidFill>
                  <a:srgbClr val="F5F4EC"/>
                </a:solidFill>
                <a:latin typeface="Instrument Sans"/>
                <a:ea typeface="Instrument Sans"/>
                <a:cs typeface="Instrument Sans"/>
              </a:defRPr>
            </a:lvl5pPr>
            <a:lvl6pPr>
              <a:defRPr sz="1875" b="0">
                <a:solidFill>
                  <a:srgbClr val="F5F4EC"/>
                </a:solidFill>
                <a:latin typeface="Instrument Sans"/>
                <a:ea typeface="Instrument Sans"/>
                <a:cs typeface="Instrument Sans"/>
              </a:defRPr>
            </a:lvl6pPr>
            <a:lvl7pPr>
              <a:defRPr sz="1875" b="0">
                <a:solidFill>
                  <a:srgbClr val="F5F4EC"/>
                </a:solidFill>
                <a:latin typeface="Instrument Sans"/>
                <a:ea typeface="Instrument Sans"/>
                <a:cs typeface="Instrument Sans"/>
              </a:defRPr>
            </a:lvl7pPr>
            <a:lvl8pPr>
              <a:defRPr sz="1875" b="0">
                <a:solidFill>
                  <a:srgbClr val="F5F4EC"/>
                </a:solidFill>
                <a:latin typeface="Instrument Sans"/>
                <a:ea typeface="Instrument Sans"/>
                <a:cs typeface="Instrument Sans"/>
              </a:defRPr>
            </a:lvl8pPr>
            <a:lvl9pPr>
              <a:defRPr sz="1875" b="0">
                <a:solidFill>
                  <a:srgbClr val="F5F4EC"/>
                </a:solidFill>
                <a:latin typeface="Instrument Sans"/>
                <a:ea typeface="Instrument Sans"/>
                <a:cs typeface="Instrument Sans"/>
              </a:defRPr>
            </a:lvl9pPr>
          </a:lstStyle>
          <a:p xmlns:a="http://schemas.openxmlformats.org/drawingml/2006/main">
            <a:pPr>
              <a:defRPr sz="1875" b="0">
                <a:solidFill>
                  <a:srgbClr val="F5F4EC"/>
                </a:solidFill>
                <a:latin typeface="Instrument Sans"/>
                <a:ea typeface="Instrument Sans"/>
                <a:cs typeface="Instrument Sans"/>
              </a:defRPr>
            </a:pPr>
            <a:r>
              <a:rPr sz="1875" b="0">
                <a:solidFill>
                  <a:srgbClr val="F5F4EC"/>
                </a:solidFill>
                <a:latin typeface="Instrument Sans"/>
                <a:ea typeface="Instrument Sans"/>
                <a:cs typeface="Instrument Sans"/>
              </a:rPr>
              <a:t>Update the city, date and venue.</a:t>
            </a:r>
          </a:p>
          <a:p xmlns:a="http://schemas.openxmlformats.org/drawingml/2006/main">
            <a:pPr>
              <a:defRPr sz="1875" b="0">
                <a:solidFill>
                  <a:srgbClr val="F5F4EC"/>
                </a:solidFill>
                <a:latin typeface="Instrument Sans"/>
                <a:ea typeface="Instrument Sans"/>
                <a:cs typeface="Instrument Sans"/>
              </a:defRPr>
            </a:pPr>
            <a:r>
              <a:rPr sz="1875" b="0">
                <a:solidFill>
                  <a:srgbClr val="F5F4EC"/>
                </a:solidFill>
                <a:latin typeface="Instrument Sans"/>
                <a:ea typeface="Instrument Sans"/>
                <a:cs typeface="Instrument Sans"/>
              </a:rPr>
              <a:t>Edit the programme and partner logos.</a:t>
            </a:r>
          </a:p>
          <a:p xmlns:a="http://schemas.openxmlformats.org/drawingml/2006/main">
            <a:pPr>
              <a:defRPr sz="1875" b="0">
                <a:solidFill>
                  <a:srgbClr val="F5F4EC"/>
                </a:solidFill>
                <a:latin typeface="Instrument Sans"/>
                <a:ea typeface="Instrument Sans"/>
                <a:cs typeface="Instrument Sans"/>
              </a:defRPr>
            </a:pPr>
            <a:r>
              <a:rPr sz="1875" b="0">
                <a:solidFill>
                  <a:srgbClr val="F5F4EC"/>
                </a:solidFill>
                <a:latin typeface="Instrument Sans"/>
                <a:ea typeface="Instrument Sans"/>
                <a:cs typeface="Instrument Sans"/>
              </a:rPr>
              <a:t>Check the projector and all QR links.</a:t>
            </a:r>
          </a:p>
          <a:p xmlns:a="http://schemas.openxmlformats.org/drawingml/2006/main">
            <a:pPr>
              <a:defRPr sz="1875" b="0">
                <a:solidFill>
                  <a:srgbClr val="F5F4EC"/>
                </a:solidFill>
                <a:latin typeface="Instrument Sans"/>
                <a:ea typeface="Instrument Sans"/>
                <a:cs typeface="Instrument Sans"/>
              </a:defRPr>
            </a:pPr>
            <a:r>
              <a:rPr sz="1875" b="0">
                <a:solidFill>
                  <a:srgbClr val="F5F4EC"/>
                </a:solidFill>
                <a:latin typeface="Instrument Sans"/>
                <a:ea typeface="Instrument Sans"/>
                <a:cs typeface="Instrument Sans"/>
              </a:rPr>
              <a:t>Delete this guide before presenting.</a:t>
            </a:r>
          </a:p>
        </p:txBody>
      </p:sp>
      <p:sp>
        <p:nvSpPr>
          <p:cNvPr id="11" name="16:9 widescreen  /  Space Grotesk headin">
            <a:extLst xmlns:a="http://schemas.openxmlformats.org/drawingml/2006/main">
              <a:ext uri="{FF2B5EF4-FFF2-40B4-BE49-F238E27FC236}">
                <a16:creationId xmlns:a16="http://schemas.microsoft.com/office/drawing/2014/main" id="{F77B9841-9357-46D4-9FF0-795032540144}"/>
              </a:ext>
            </a:extLst>
          </p:cNvPr>
          <p:cNvSpPr>
            <a:spLocks xmlns:a="http://schemas.openxmlformats.org/drawingml/2006/main" noGrp="1"/>
          </p:cNvSpPr>
          <p:nvPr/>
        </p:nvSpPr>
        <p:spPr>
          <a:xfrm xmlns:a="http://schemas.openxmlformats.org/drawingml/2006/main">
            <a:off x="609600" y="5238750"/>
            <a:ext cx="1076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C9C2B6"/>
                </a:solidFill>
                <a:latin typeface="Instrument Sans"/>
                <a:ea typeface="Instrument Sans"/>
                <a:cs typeface="Instrument Sans"/>
              </a:defRPr>
            </a:defPPr>
            <a:lvl1pPr>
              <a:defRPr sz="1650" b="0">
                <a:solidFill>
                  <a:srgbClr val="C9C2B6"/>
                </a:solidFill>
                <a:latin typeface="Instrument Sans"/>
                <a:ea typeface="Instrument Sans"/>
                <a:cs typeface="Instrument Sans"/>
              </a:defRPr>
            </a:lvl1pPr>
            <a:lvl2pPr>
              <a:defRPr sz="1650" b="0">
                <a:solidFill>
                  <a:srgbClr val="C9C2B6"/>
                </a:solidFill>
                <a:latin typeface="Instrument Sans"/>
                <a:ea typeface="Instrument Sans"/>
                <a:cs typeface="Instrument Sans"/>
              </a:defRPr>
            </a:lvl2pPr>
            <a:lvl3pPr>
              <a:defRPr sz="1650" b="0">
                <a:solidFill>
                  <a:srgbClr val="C9C2B6"/>
                </a:solidFill>
                <a:latin typeface="Instrument Sans"/>
                <a:ea typeface="Instrument Sans"/>
                <a:cs typeface="Instrument Sans"/>
              </a:defRPr>
            </a:lvl3pPr>
            <a:lvl4pPr>
              <a:defRPr sz="1650" b="0">
                <a:solidFill>
                  <a:srgbClr val="C9C2B6"/>
                </a:solidFill>
                <a:latin typeface="Instrument Sans"/>
                <a:ea typeface="Instrument Sans"/>
                <a:cs typeface="Instrument Sans"/>
              </a:defRPr>
            </a:lvl4pPr>
            <a:lvl5pPr>
              <a:defRPr sz="1650" b="0">
                <a:solidFill>
                  <a:srgbClr val="C9C2B6"/>
                </a:solidFill>
                <a:latin typeface="Instrument Sans"/>
                <a:ea typeface="Instrument Sans"/>
                <a:cs typeface="Instrument Sans"/>
              </a:defRPr>
            </a:lvl5pPr>
            <a:lvl6pPr>
              <a:defRPr sz="1650" b="0">
                <a:solidFill>
                  <a:srgbClr val="C9C2B6"/>
                </a:solidFill>
                <a:latin typeface="Instrument Sans"/>
                <a:ea typeface="Instrument Sans"/>
                <a:cs typeface="Instrument Sans"/>
              </a:defRPr>
            </a:lvl6pPr>
            <a:lvl7pPr>
              <a:defRPr sz="1650" b="0">
                <a:solidFill>
                  <a:srgbClr val="C9C2B6"/>
                </a:solidFill>
                <a:latin typeface="Instrument Sans"/>
                <a:ea typeface="Instrument Sans"/>
                <a:cs typeface="Instrument Sans"/>
              </a:defRPr>
            </a:lvl7pPr>
            <a:lvl8pPr>
              <a:defRPr sz="1650" b="0">
                <a:solidFill>
                  <a:srgbClr val="C9C2B6"/>
                </a:solidFill>
                <a:latin typeface="Instrument Sans"/>
                <a:ea typeface="Instrument Sans"/>
                <a:cs typeface="Instrument Sans"/>
              </a:defRPr>
            </a:lvl8pPr>
            <a:lvl9pPr>
              <a:defRPr sz="1650" b="0">
                <a:solidFill>
                  <a:srgbClr val="C9C2B6"/>
                </a:solidFill>
                <a:latin typeface="Instrument Sans"/>
                <a:ea typeface="Instrument Sans"/>
                <a:cs typeface="Instrument Sans"/>
              </a:defRPr>
            </a:lvl9pPr>
          </a:lstStyle>
          <a:p xmlns:a="http://schemas.openxmlformats.org/drawingml/2006/main">
            <a:pPr>
              <a:defRPr sz="1650" b="0">
                <a:solidFill>
                  <a:srgbClr val="C9C2B6"/>
                </a:solidFill>
                <a:latin typeface="Instrument Sans"/>
                <a:ea typeface="Instrument Sans"/>
                <a:cs typeface="Instrument Sans"/>
              </a:defRPr>
            </a:pPr>
            <a:r>
              <a:rPr sz="1650" b="0">
                <a:solidFill>
                  <a:srgbClr val="C9C2B6"/>
                </a:solidFill>
                <a:latin typeface="Instrument Sans"/>
                <a:ea typeface="Instrument Sans"/>
                <a:cs typeface="Instrument Sans"/>
              </a:rPr>
              <a:t>16:9 widescreen  /  Space Grotesk headings  /  Instrument Sans body</a:t>
            </a:r>
          </a:p>
        </p:txBody>
      </p:sp>
      <p:sp>
        <p:nvSpPr>
          <p:cNvPr id="12" name="Font downloads: fonts.google.com  /  Rep">
            <a:extLst xmlns:a="http://schemas.openxmlformats.org/drawingml/2006/main">
              <a:ext uri="{FF2B5EF4-FFF2-40B4-BE49-F238E27FC236}">
                <a16:creationId xmlns:a16="http://schemas.microsoft.com/office/drawing/2014/main" id="{765D583F-68C1-46AF-9710-AE32E447A76F}"/>
              </a:ext>
            </a:extLst>
          </p:cNvPr>
          <p:cNvSpPr>
            <a:spLocks xmlns:a="http://schemas.openxmlformats.org/drawingml/2006/main" noGrp="1"/>
          </p:cNvSpPr>
          <p:nvPr/>
        </p:nvSpPr>
        <p:spPr>
          <a:xfrm xmlns:a="http://schemas.openxmlformats.org/drawingml/2006/main">
            <a:off x="609600" y="574357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C9C2B6"/>
                </a:solidFill>
                <a:latin typeface="Instrument Sans"/>
                <a:ea typeface="Instrument Sans"/>
                <a:cs typeface="Instrument Sans"/>
              </a:defRPr>
            </a:defPPr>
            <a:lvl1pPr>
              <a:defRPr sz="1500" b="0">
                <a:solidFill>
                  <a:srgbClr val="C9C2B6"/>
                </a:solidFill>
                <a:latin typeface="Instrument Sans"/>
                <a:ea typeface="Instrument Sans"/>
                <a:cs typeface="Instrument Sans"/>
              </a:defRPr>
            </a:lvl1pPr>
            <a:lvl2pPr>
              <a:defRPr sz="1500" b="0">
                <a:solidFill>
                  <a:srgbClr val="C9C2B6"/>
                </a:solidFill>
                <a:latin typeface="Instrument Sans"/>
                <a:ea typeface="Instrument Sans"/>
                <a:cs typeface="Instrument Sans"/>
              </a:defRPr>
            </a:lvl2pPr>
            <a:lvl3pPr>
              <a:defRPr sz="1500" b="0">
                <a:solidFill>
                  <a:srgbClr val="C9C2B6"/>
                </a:solidFill>
                <a:latin typeface="Instrument Sans"/>
                <a:ea typeface="Instrument Sans"/>
                <a:cs typeface="Instrument Sans"/>
              </a:defRPr>
            </a:lvl3pPr>
            <a:lvl4pPr>
              <a:defRPr sz="1500" b="0">
                <a:solidFill>
                  <a:srgbClr val="C9C2B6"/>
                </a:solidFill>
                <a:latin typeface="Instrument Sans"/>
                <a:ea typeface="Instrument Sans"/>
                <a:cs typeface="Instrument Sans"/>
              </a:defRPr>
            </a:lvl4pPr>
            <a:lvl5pPr>
              <a:defRPr sz="1500" b="0">
                <a:solidFill>
                  <a:srgbClr val="C9C2B6"/>
                </a:solidFill>
                <a:latin typeface="Instrument Sans"/>
                <a:ea typeface="Instrument Sans"/>
                <a:cs typeface="Instrument Sans"/>
              </a:defRPr>
            </a:lvl5pPr>
            <a:lvl6pPr>
              <a:defRPr sz="1500" b="0">
                <a:solidFill>
                  <a:srgbClr val="C9C2B6"/>
                </a:solidFill>
                <a:latin typeface="Instrument Sans"/>
                <a:ea typeface="Instrument Sans"/>
                <a:cs typeface="Instrument Sans"/>
              </a:defRPr>
            </a:lvl6pPr>
            <a:lvl7pPr>
              <a:defRPr sz="1500" b="0">
                <a:solidFill>
                  <a:srgbClr val="C9C2B6"/>
                </a:solidFill>
                <a:latin typeface="Instrument Sans"/>
                <a:ea typeface="Instrument Sans"/>
                <a:cs typeface="Instrument Sans"/>
              </a:defRPr>
            </a:lvl7pPr>
            <a:lvl8pPr>
              <a:defRPr sz="1500" b="0">
                <a:solidFill>
                  <a:srgbClr val="C9C2B6"/>
                </a:solidFill>
                <a:latin typeface="Instrument Sans"/>
                <a:ea typeface="Instrument Sans"/>
                <a:cs typeface="Instrument Sans"/>
              </a:defRPr>
            </a:lvl8pPr>
            <a:lvl9pPr>
              <a:defRPr sz="1500" b="0">
                <a:solidFill>
                  <a:srgbClr val="C9C2B6"/>
                </a:solidFill>
                <a:latin typeface="Instrument Sans"/>
                <a:ea typeface="Instrument Sans"/>
                <a:cs typeface="Instrument Sans"/>
              </a:defRPr>
            </a:lvl9pPr>
          </a:lstStyle>
          <a:p xmlns:a="http://schemas.openxmlformats.org/drawingml/2006/main">
            <a:pPr>
              <a:defRPr sz="1500" b="0">
                <a:solidFill>
                  <a:srgbClr val="C9C2B6"/>
                </a:solidFill>
                <a:latin typeface="Instrument Sans"/>
                <a:ea typeface="Instrument Sans"/>
                <a:cs typeface="Instrument Sans"/>
              </a:defRPr>
            </a:pPr>
            <a:r>
              <a:rPr sz="1500" b="0">
                <a:solidFill>
                  <a:srgbClr val="C9C2B6"/>
                </a:solidFill>
                <a:latin typeface="Instrument Sans"/>
                <a:ea typeface="Instrument Sans"/>
                <a:cs typeface="Instrument Sans"/>
              </a:rPr>
              <a:t>Font downloads: fonts.google.com  /  Replace all bracketed text</a:t>
            </a:r>
          </a:p>
        </p:txBody>
      </p:sp>
    </p:spTree>
    <p:extLst>
      <p:ext uri="{BB962C8B-B14F-4D97-AF65-F5344CB8AC3E}">
        <p14:creationId xmlns:p14="http://schemas.microsoft.com/office/powerpoint/2010/main" val="865477197"/>
      </p:ext>
    </p:extLst>
  </p:cSld>
</p:sld>
</file>

<file path=ppt/theme/theme1.xml><?xml version="1.0" encoding="utf-8"?>
<a:theme xmlns:a="http://schemas.openxmlformats.org/drawingml/2006/main" name="ChatGPT">
  <a:themeElements>
    <a:clrScheme name="Global AI Nights">
      <a:dk1>
        <a:srgbClr val="242321"/>
      </a:dk1>
      <a:lt1>
        <a:srgbClr val="F5F4EC"/>
      </a:lt1>
      <a:dk2>
        <a:srgbClr val="35332F"/>
      </a:dk2>
      <a:lt2>
        <a:srgbClr val="FDF0E3"/>
      </a:lt2>
      <a:accent1>
        <a:srgbClr val="D5522B"/>
      </a:accent1>
      <a:accent2>
        <a:srgbClr val="8CADC6"/>
      </a:accent2>
      <a:accent3>
        <a:srgbClr val="FDF0E3"/>
      </a:accent3>
      <a:accent4>
        <a:srgbClr val="B8431F"/>
      </a:accent4>
      <a:accent5>
        <a:srgbClr val="6E6759"/>
      </a:accent5>
      <a:accent6>
        <a:srgbClr val="C9C2B6"/>
      </a:accent6>
      <a:hlink>
        <a:srgbClr val="EF8D65"/>
      </a:hlink>
      <a:folHlink>
        <a:srgbClr val="8CADC6"/>
      </a:folHlink>
    </a:clrScheme>
    <a:fontScheme name="">
      <a:majorFont>
        <a:latin typeface="Instrument Sans"/>
        <a:ea typeface=""/>
        <a:cs typeface=""/>
      </a:majorFont>
      <a:minorFont>
        <a:latin typeface="Instrument Sans"/>
        <a:ea typeface=""/>
        <a:cs typeface=""/>
      </a:minorFont>
    </a:fontScheme>
    <a:fmtScheme name="Global AI Nigh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2026-10-20T05:52:58.4100000Z</dcterms:created>
  <dcterms:modified xsi:type="dcterms:W3CDTF">2026-10-20T05:52:58.4100000Z</dcterms:modified>
</coreProperties>
</file>